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17" d="100"/>
          <a:sy n="117" d="100"/>
        </p:scale>
        <p:origin x="-146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AB895-2CEE-4E74-8545-C9CAEF89294E}" type="datetimeFigureOut">
              <a:rPr lang="ko-KR" altLang="en-US" smtClean="0"/>
              <a:pPr/>
              <a:t>2025-07-30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661BB-728B-4A32-BAFD-E6CE432F374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자바 </a:t>
            </a:r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반복문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문제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형 변수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보다 크고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보다 작을 때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인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조건식 작성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조건문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342900" indent="-342900"/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if(x&gt;10 &amp;&amp; x&lt;20)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2. </a:t>
            </a:r>
            <a:r>
              <a:rPr lang="en-US" altLang="ko-KR" b="1" dirty="0"/>
              <a:t>char</a:t>
            </a:r>
            <a:r>
              <a:rPr lang="ko-KR" altLang="en-US" b="1" dirty="0"/>
              <a:t>형 변수 </a:t>
            </a:r>
            <a:r>
              <a:rPr lang="en-US" altLang="ko-KR" b="1" dirty="0" err="1"/>
              <a:t>ch</a:t>
            </a:r>
            <a:r>
              <a:rPr lang="ko-KR" altLang="en-US" b="1" dirty="0"/>
              <a:t>가 공백이고 탭이 아닐 때 </a:t>
            </a:r>
            <a:r>
              <a:rPr lang="en-US" altLang="ko-KR" b="1" dirty="0"/>
              <a:t>true</a:t>
            </a:r>
            <a:r>
              <a:rPr lang="ko-KR" altLang="en-US" b="1" dirty="0"/>
              <a:t>인 </a:t>
            </a:r>
            <a:r>
              <a:rPr lang="ko-KR" altLang="en-US" b="1" dirty="0" smtClean="0"/>
              <a:t>조건식 </a:t>
            </a:r>
            <a:r>
              <a:rPr lang="ko-KR" altLang="en-US" b="1" dirty="0" smtClean="0"/>
              <a:t>작성</a:t>
            </a:r>
            <a:endParaRPr lang="en-US" altLang="ko-KR" b="1" dirty="0" smtClean="0"/>
          </a:p>
          <a:p>
            <a:r>
              <a:rPr lang="en-US" altLang="ko-KR" b="1" dirty="0" smtClean="0"/>
              <a:t> </a:t>
            </a:r>
            <a:r>
              <a:rPr lang="en-US" altLang="ko-KR" b="1" dirty="0" smtClean="0"/>
              <a:t>if(</a:t>
            </a:r>
            <a:r>
              <a:rPr lang="en-US" altLang="ko-KR" b="1" dirty="0" err="1" smtClean="0"/>
              <a:t>ch</a:t>
            </a:r>
            <a:r>
              <a:rPr lang="en-US" altLang="ko-KR" b="1" dirty="0" smtClean="0"/>
              <a:t>==‘ ‘ &amp;&amp; </a:t>
            </a:r>
            <a:r>
              <a:rPr lang="en-US" altLang="ko-KR" b="1" dirty="0" err="1" smtClean="0"/>
              <a:t>ch</a:t>
            </a:r>
            <a:r>
              <a:rPr lang="en-US" altLang="ko-KR" b="1" dirty="0" smtClean="0"/>
              <a:t>!=‘\t’)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형 변수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'x'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또는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'X'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일 때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인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조건식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작성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if(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==‘x’ ||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==‘X’)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형 변수 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 숫자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('0' ~ '9')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일 때 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인 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조건식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작성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if(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&gt;=0 &amp;&amp;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&lt;=9)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b="1" dirty="0" smtClean="0"/>
              <a:t> 두 개의 주사위를 던졌을 때</a:t>
            </a:r>
            <a:r>
              <a:rPr lang="en-US" altLang="ko-KR" b="1" dirty="0" smtClean="0"/>
              <a:t>, </a:t>
            </a:r>
            <a:r>
              <a:rPr lang="ko-KR" altLang="en-US" b="1" dirty="0" smtClean="0"/>
              <a:t>눈의 합이 </a:t>
            </a:r>
            <a:r>
              <a:rPr lang="en-US" altLang="ko-KR" b="1" dirty="0" smtClean="0"/>
              <a:t>6</a:t>
            </a:r>
            <a:r>
              <a:rPr lang="ko-KR" altLang="en-US" b="1" dirty="0" smtClean="0"/>
              <a:t>이 되는 모든 경우의 수를 </a:t>
            </a:r>
            <a:endParaRPr lang="en-US" altLang="ko-KR" b="1" dirty="0" smtClean="0"/>
          </a:p>
          <a:p>
            <a:r>
              <a:rPr lang="en-US" altLang="ko-KR" b="1" dirty="0" smtClean="0"/>
              <a:t>    </a:t>
            </a:r>
            <a:r>
              <a:rPr lang="ko-KR" altLang="en-US" b="1" dirty="0" smtClean="0"/>
              <a:t>출력하는 프로그램을 작성하시오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b="1" dirty="0" smtClean="0"/>
              <a:t>    </a:t>
            </a:r>
            <a:endParaRPr lang="en-US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pPr lvl="1"/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pPr lvl="1"/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pPr lvl="1"/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=1;i&lt;=6;i++)</a:t>
            </a:r>
          </a:p>
          <a:p>
            <a:pPr lvl="1"/>
            <a:r>
              <a:rPr lang="en-US" dirty="0" smtClean="0"/>
              <a:t>{</a:t>
            </a:r>
          </a:p>
          <a:p>
            <a:pPr lvl="1"/>
            <a:r>
              <a:rPr lang="en-US" b="1" dirty="0" smtClean="0"/>
              <a:t>	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smtClean="0"/>
              <a:t>j=1;j&lt;=6;j++)</a:t>
            </a:r>
          </a:p>
          <a:p>
            <a:pPr lvl="1"/>
            <a:r>
              <a:rPr lang="en-US" dirty="0" smtClean="0"/>
              <a:t>	{</a:t>
            </a:r>
            <a:endParaRPr lang="en-US" dirty="0" smtClean="0"/>
          </a:p>
          <a:p>
            <a:pPr lvl="1"/>
            <a:r>
              <a:rPr lang="en-US" b="1" dirty="0" smtClean="0"/>
              <a:t>		if</a:t>
            </a:r>
            <a:r>
              <a:rPr lang="en-US" dirty="0" smtClean="0"/>
              <a:t>(</a:t>
            </a:r>
            <a:r>
              <a:rPr lang="en-US" dirty="0" err="1" smtClean="0"/>
              <a:t>i+j</a:t>
            </a:r>
            <a:r>
              <a:rPr lang="en-US" dirty="0" smtClean="0"/>
              <a:t>==6)</a:t>
            </a:r>
          </a:p>
          <a:p>
            <a:pPr lvl="1"/>
            <a:r>
              <a:rPr lang="en-US" dirty="0" smtClean="0"/>
              <a:t>		{</a:t>
            </a:r>
            <a:endParaRPr lang="en-US" dirty="0" smtClean="0"/>
          </a:p>
          <a:p>
            <a:pPr lvl="1"/>
            <a:r>
              <a:rPr lang="en-US" dirty="0" smtClean="0"/>
              <a:t>			</a:t>
            </a:r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.printf</a:t>
            </a:r>
            <a:r>
              <a:rPr lang="en-US" dirty="0" smtClean="0"/>
              <a:t>("["+</a:t>
            </a:r>
            <a:r>
              <a:rPr lang="en-US" dirty="0" err="1" smtClean="0"/>
              <a:t>i</a:t>
            </a:r>
            <a:r>
              <a:rPr lang="en-US" dirty="0" smtClean="0"/>
              <a:t>+","+j+"]");</a:t>
            </a:r>
          </a:p>
          <a:p>
            <a:pPr lvl="1"/>
            <a:r>
              <a:rPr lang="en-US" dirty="0" smtClean="0"/>
              <a:t>		}</a:t>
            </a:r>
            <a:endParaRPr lang="en-US" dirty="0" smtClean="0"/>
          </a:p>
          <a:p>
            <a:pPr lvl="1"/>
            <a:r>
              <a:rPr lang="en-US" dirty="0" smtClean="0"/>
              <a:t>	}</a:t>
            </a:r>
            <a:endParaRPr lang="en-US" dirty="0" smtClean="0"/>
          </a:p>
          <a:p>
            <a:pPr lvl="1"/>
            <a:r>
              <a:rPr lang="en-US" dirty="0" smtClean="0"/>
              <a:t>	</a:t>
            </a:r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();</a:t>
            </a:r>
          </a:p>
          <a:p>
            <a:pPr lvl="1"/>
            <a:r>
              <a:rPr lang="en-US" dirty="0" smtClean="0"/>
              <a:t>}</a:t>
            </a:r>
            <a:endParaRPr lang="en-US" dirty="0" smtClean="0"/>
          </a:p>
          <a:p>
            <a:pPr lvl="1"/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}</a:t>
            </a:r>
          </a:p>
          <a:p>
            <a:endParaRPr lang="ko-KR" altLang="en-US" dirty="0" smtClean="0"/>
          </a:p>
          <a:p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b="1" dirty="0"/>
              <a:t>사용자로부터 </a:t>
            </a:r>
            <a:r>
              <a:rPr lang="ko-KR" altLang="en-US" b="1" dirty="0" err="1"/>
              <a:t>두개의</a:t>
            </a:r>
            <a:r>
              <a:rPr lang="ko-KR" altLang="en-US" b="1" dirty="0"/>
              <a:t> 정수</a:t>
            </a:r>
            <a:r>
              <a:rPr lang="en-US" altLang="ko-KR" b="1" dirty="0"/>
              <a:t>(</a:t>
            </a:r>
            <a:r>
              <a:rPr lang="ko-KR" altLang="en-US" b="1" dirty="0"/>
              <a:t>시작</a:t>
            </a:r>
            <a:r>
              <a:rPr lang="en-US" altLang="ko-KR" b="1" dirty="0"/>
              <a:t>,</a:t>
            </a:r>
            <a:r>
              <a:rPr lang="ko-KR" altLang="en-US" b="1" dirty="0"/>
              <a:t>끝</a:t>
            </a:r>
            <a:r>
              <a:rPr lang="en-US" altLang="ko-KR" b="1" dirty="0"/>
              <a:t>)</a:t>
            </a:r>
            <a:r>
              <a:rPr lang="ko-KR" altLang="en-US" b="1" dirty="0"/>
              <a:t>를 </a:t>
            </a:r>
            <a:r>
              <a:rPr lang="ko-KR" altLang="en-US" b="1" dirty="0" err="1"/>
              <a:t>입력받아</a:t>
            </a:r>
            <a:r>
              <a:rPr lang="ko-KR" altLang="en-US" b="1" dirty="0"/>
              <a:t> 시작</a:t>
            </a:r>
            <a:r>
              <a:rPr lang="en-US" altLang="ko-KR" b="1" dirty="0"/>
              <a:t>(</a:t>
            </a:r>
            <a:r>
              <a:rPr lang="ko-KR" altLang="en-US" b="1" dirty="0"/>
              <a:t>포함</a:t>
            </a:r>
            <a:r>
              <a:rPr lang="en-US" altLang="ko-KR" b="1" dirty="0"/>
              <a:t>)</a:t>
            </a:r>
            <a:r>
              <a:rPr lang="ko-KR" altLang="en-US" b="1" dirty="0"/>
              <a:t>해서 </a:t>
            </a:r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</a:t>
            </a:r>
            <a:r>
              <a:rPr lang="ko-KR" altLang="en-US" b="1" dirty="0" smtClean="0"/>
              <a:t>끝</a:t>
            </a:r>
            <a:r>
              <a:rPr lang="en-US" altLang="ko-KR" b="1" dirty="0"/>
              <a:t>(</a:t>
            </a:r>
            <a:r>
              <a:rPr lang="ko-KR" altLang="en-US" b="1" dirty="0"/>
              <a:t>포함</a:t>
            </a:r>
            <a:r>
              <a:rPr lang="en-US" altLang="ko-KR" b="1" dirty="0"/>
              <a:t>)</a:t>
            </a:r>
            <a:r>
              <a:rPr lang="ko-KR" altLang="en-US" b="1" dirty="0"/>
              <a:t>까지의 곱을 출력하는 프로그램을 작성하시오</a:t>
            </a:r>
            <a:r>
              <a:rPr lang="en-US" altLang="ko-KR" b="1" dirty="0" smtClean="0"/>
              <a:t>.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5~16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까지의 합을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구하시오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r>
              <a:rPr lang="en-US" b="1" dirty="0" err="1" smtClean="0"/>
              <a:t>int</a:t>
            </a:r>
            <a:r>
              <a:rPr lang="en-US" dirty="0" smtClean="0"/>
              <a:t> sum=0;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=5;i&lt;=16;i++)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sum+=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r>
              <a:rPr lang="en-US" dirty="0" smtClean="0"/>
              <a:t>}</a:t>
            </a:r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("</a:t>
            </a:r>
            <a:r>
              <a:rPr lang="ko-KR" altLang="en-US" dirty="0" smtClean="0"/>
              <a:t>합</a:t>
            </a:r>
            <a:r>
              <a:rPr lang="en-US" altLang="ko-KR" dirty="0" smtClean="0"/>
              <a:t>: "+</a:t>
            </a:r>
            <a:r>
              <a:rPr lang="en-US" dirty="0" smtClean="0"/>
              <a:t>sum);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8. </a:t>
            </a:r>
            <a:r>
              <a:rPr lang="en-US" altLang="ko-KR" b="1" dirty="0"/>
              <a:t>3</a:t>
            </a:r>
            <a:r>
              <a:rPr lang="ko-KR" altLang="en-US" b="1" dirty="0"/>
              <a:t>이상 </a:t>
            </a:r>
            <a:r>
              <a:rPr lang="en-US" altLang="ko-KR" b="1" dirty="0"/>
              <a:t>4462 </a:t>
            </a:r>
            <a:r>
              <a:rPr lang="ko-KR" altLang="en-US" b="1" dirty="0"/>
              <a:t>이하에서 짝수인 정수의 합을 구하여라</a:t>
            </a:r>
            <a:r>
              <a:rPr lang="en-US" altLang="ko-KR" b="1" dirty="0" smtClean="0"/>
              <a:t>.</a:t>
            </a:r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r>
              <a:rPr lang="en-US" b="1" dirty="0" err="1" smtClean="0"/>
              <a:t>int</a:t>
            </a:r>
            <a:r>
              <a:rPr lang="en-US" dirty="0" smtClean="0"/>
              <a:t> sum=0;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=3;i&lt;=4462;i++)</a:t>
            </a:r>
          </a:p>
          <a:p>
            <a:r>
              <a:rPr lang="en-US" dirty="0" smtClean="0"/>
              <a:t>{</a:t>
            </a:r>
          </a:p>
          <a:p>
            <a:r>
              <a:rPr lang="en-US" b="1" dirty="0" smtClean="0"/>
              <a:t>if</a:t>
            </a:r>
            <a:r>
              <a:rPr lang="en-US" dirty="0" smtClean="0"/>
              <a:t>(i%2==0)</a:t>
            </a:r>
          </a:p>
          <a:p>
            <a:r>
              <a:rPr lang="en-US" dirty="0" smtClean="0"/>
              <a:t>sum+=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r>
              <a:rPr lang="en-US" dirty="0" smtClean="0"/>
              <a:t>}</a:t>
            </a:r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("</a:t>
            </a:r>
            <a:r>
              <a:rPr lang="ko-KR" altLang="en-US" dirty="0" smtClean="0"/>
              <a:t>합</a:t>
            </a:r>
            <a:r>
              <a:rPr lang="en-US" altLang="ko-KR" dirty="0" smtClean="0"/>
              <a:t>: "+</a:t>
            </a:r>
            <a:r>
              <a:rPr lang="en-US" dirty="0" smtClean="0"/>
              <a:t>sum);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endParaRPr lang="ko-KR" altLang="en-US" b="1" dirty="0"/>
          </a:p>
          <a:p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9.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0~12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까지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배수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3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배수의 합을 구하여라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r>
              <a:rPr lang="en-US" b="1" dirty="0" err="1" smtClean="0"/>
              <a:t>int</a:t>
            </a:r>
            <a:r>
              <a:rPr lang="en-US" dirty="0" smtClean="0"/>
              <a:t> a=0;</a:t>
            </a:r>
          </a:p>
          <a:p>
            <a:r>
              <a:rPr lang="en-US" b="1" dirty="0" err="1" smtClean="0"/>
              <a:t>int</a:t>
            </a:r>
            <a:r>
              <a:rPr lang="en-US" dirty="0" smtClean="0"/>
              <a:t> b=0;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=0;i&lt;=12;i++)</a:t>
            </a:r>
          </a:p>
          <a:p>
            <a:r>
              <a:rPr lang="en-US" dirty="0" smtClean="0"/>
              <a:t>{</a:t>
            </a:r>
          </a:p>
          <a:p>
            <a:r>
              <a:rPr lang="en-US" b="1" dirty="0" smtClean="0"/>
              <a:t>if</a:t>
            </a:r>
            <a:r>
              <a:rPr lang="en-US" dirty="0" smtClean="0"/>
              <a:t>(i%2==0 &amp;&amp; </a:t>
            </a:r>
            <a:r>
              <a:rPr lang="en-US" dirty="0" err="1" smtClean="0"/>
              <a:t>i</a:t>
            </a:r>
            <a:r>
              <a:rPr lang="en-US" dirty="0" smtClean="0"/>
              <a:t>!=0)</a:t>
            </a:r>
          </a:p>
          <a:p>
            <a:r>
              <a:rPr lang="en-US" dirty="0" smtClean="0"/>
              <a:t>a+=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r>
              <a:rPr lang="en-US" b="1" dirty="0" smtClean="0"/>
              <a:t>if</a:t>
            </a:r>
            <a:r>
              <a:rPr lang="en-US" dirty="0" smtClean="0"/>
              <a:t>(i%3==0 &amp;&amp; </a:t>
            </a:r>
            <a:r>
              <a:rPr lang="en-US" dirty="0" err="1" smtClean="0"/>
              <a:t>i</a:t>
            </a:r>
            <a:r>
              <a:rPr lang="en-US" dirty="0" smtClean="0"/>
              <a:t>!=0)</a:t>
            </a:r>
          </a:p>
          <a:p>
            <a:r>
              <a:rPr lang="en-US" dirty="0" smtClean="0"/>
              <a:t>b+=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r>
              <a:rPr lang="en-US" dirty="0" smtClean="0"/>
              <a:t>}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("2</a:t>
            </a:r>
            <a:r>
              <a:rPr lang="ko-KR" altLang="en-US" dirty="0" smtClean="0"/>
              <a:t>의 배수 합</a:t>
            </a:r>
            <a:r>
              <a:rPr lang="en-US" altLang="ko-KR" dirty="0" smtClean="0"/>
              <a:t>: "+</a:t>
            </a:r>
            <a:r>
              <a:rPr lang="en-US" dirty="0" smtClean="0"/>
              <a:t>a);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("3</a:t>
            </a:r>
            <a:r>
              <a:rPr lang="ko-KR" altLang="en-US" dirty="0" smtClean="0"/>
              <a:t>의 배수 합</a:t>
            </a:r>
            <a:r>
              <a:rPr lang="en-US" altLang="ko-KR" dirty="0" smtClean="0"/>
              <a:t>: "+</a:t>
            </a:r>
            <a:r>
              <a:rPr lang="en-US" dirty="0" smtClean="0"/>
              <a:t>b</a:t>
            </a:r>
            <a:r>
              <a:rPr lang="en-US" dirty="0" smtClean="0"/>
              <a:t>);</a:t>
            </a:r>
            <a:endParaRPr lang="en-US" dirty="0" smtClean="0"/>
          </a:p>
          <a:p>
            <a:r>
              <a:rPr lang="en-US" dirty="0" smtClean="0"/>
              <a:t>}</a:t>
            </a:r>
            <a:endParaRPr lang="en-US" dirty="0" smtClean="0"/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1~100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까지의 정수 중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배수의 합계를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구하라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r>
              <a:rPr lang="en-US" b="1" dirty="0" err="1" smtClean="0"/>
              <a:t>int</a:t>
            </a:r>
            <a:r>
              <a:rPr lang="en-US" dirty="0" smtClean="0"/>
              <a:t> sum=0;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=1;i&lt;=100;i++)</a:t>
            </a:r>
          </a:p>
          <a:p>
            <a:r>
              <a:rPr lang="en-US" dirty="0" smtClean="0"/>
              <a:t>{</a:t>
            </a:r>
          </a:p>
          <a:p>
            <a:r>
              <a:rPr lang="en-US" b="1" dirty="0" smtClean="0"/>
              <a:t>if</a:t>
            </a:r>
            <a:r>
              <a:rPr lang="en-US" dirty="0" smtClean="0"/>
              <a:t>(i%4==0)</a:t>
            </a:r>
          </a:p>
          <a:p>
            <a:r>
              <a:rPr lang="en-US" dirty="0" smtClean="0"/>
              <a:t>sum+=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r>
              <a:rPr lang="en-US" dirty="0" smtClean="0"/>
              <a:t>}</a:t>
            </a:r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("</a:t>
            </a:r>
            <a:r>
              <a:rPr lang="ko-KR" altLang="en-US" dirty="0" smtClean="0"/>
              <a:t>합</a:t>
            </a:r>
            <a:r>
              <a:rPr lang="en-US" altLang="ko-KR" dirty="0" smtClean="0"/>
              <a:t>: "+</a:t>
            </a:r>
            <a:r>
              <a:rPr lang="en-US" dirty="0" smtClean="0"/>
              <a:t>sum);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11. 10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개의 정수를 </a:t>
            </a:r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입력받아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그 수들 중 짝수의 개수가 </a:t>
            </a:r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몇개인지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출력하는 프로그램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작성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r>
              <a:rPr lang="en-US" b="1" dirty="0" err="1" smtClean="0"/>
              <a:t>int</a:t>
            </a:r>
            <a:r>
              <a:rPr lang="en-US" dirty="0" smtClean="0"/>
              <a:t> count=0;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=1;i&lt;=10;i++)</a:t>
            </a:r>
          </a:p>
          <a:p>
            <a:r>
              <a:rPr lang="en-US" dirty="0" smtClean="0"/>
              <a:t>{</a:t>
            </a:r>
          </a:p>
          <a:p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=(</a:t>
            </a:r>
            <a:r>
              <a:rPr lang="en-US" b="1" dirty="0" err="1" smtClean="0"/>
              <a:t>int</a:t>
            </a:r>
            <a:r>
              <a:rPr lang="en-US" dirty="0" smtClean="0"/>
              <a:t>)(</a:t>
            </a:r>
            <a:r>
              <a:rPr lang="en-US" dirty="0" err="1" smtClean="0"/>
              <a:t>Math.</a:t>
            </a:r>
            <a:r>
              <a:rPr lang="en-US" i="1" dirty="0" err="1" smtClean="0"/>
              <a:t>random</a:t>
            </a:r>
            <a:r>
              <a:rPr lang="en-US" dirty="0" smtClean="0"/>
              <a:t>()*100)+1;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</a:t>
            </a:r>
            <a:r>
              <a:rPr lang="en-US" dirty="0" smtClean="0"/>
              <a:t>(</a:t>
            </a:r>
            <a:r>
              <a:rPr lang="en-US" dirty="0" err="1" smtClean="0"/>
              <a:t>val</a:t>
            </a:r>
            <a:r>
              <a:rPr lang="en-US" dirty="0" smtClean="0"/>
              <a:t>+" ");</a:t>
            </a:r>
          </a:p>
          <a:p>
            <a:r>
              <a:rPr lang="en-US" b="1" dirty="0" smtClean="0"/>
              <a:t>if</a:t>
            </a:r>
            <a:r>
              <a:rPr lang="en-US" dirty="0" smtClean="0"/>
              <a:t>(val%2==0)</a:t>
            </a:r>
          </a:p>
          <a:p>
            <a:r>
              <a:rPr lang="en-US" dirty="0" smtClean="0"/>
              <a:t>count++;</a:t>
            </a:r>
          </a:p>
          <a:p>
            <a:r>
              <a:rPr lang="en-US" dirty="0" smtClean="0"/>
              <a:t>}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();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</a:t>
            </a:r>
            <a:r>
              <a:rPr lang="en-US" dirty="0" smtClean="0"/>
              <a:t>("</a:t>
            </a:r>
            <a:r>
              <a:rPr lang="ko-KR" altLang="en-US" dirty="0" err="1" smtClean="0"/>
              <a:t>찍수의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갯수</a:t>
            </a:r>
            <a:r>
              <a:rPr lang="en-US" altLang="ko-KR" dirty="0" smtClean="0"/>
              <a:t>:"+</a:t>
            </a:r>
            <a:r>
              <a:rPr lang="en-US" dirty="0" smtClean="0"/>
              <a:t>count);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12. 10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개의 정수를 </a:t>
            </a:r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입력받아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배수의 개수와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배수의 개수를 각각 출력하는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프로그램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r>
              <a:rPr lang="en-US" b="1" dirty="0" err="1" smtClean="0"/>
              <a:t>int</a:t>
            </a:r>
            <a:r>
              <a:rPr lang="en-US" dirty="0" smtClean="0"/>
              <a:t> count=0;</a:t>
            </a:r>
          </a:p>
          <a:p>
            <a:r>
              <a:rPr lang="en-US" b="1" dirty="0" err="1" smtClean="0"/>
              <a:t>int</a:t>
            </a:r>
            <a:r>
              <a:rPr lang="en-US" dirty="0" smtClean="0"/>
              <a:t> count1=0;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=1;i&lt;=10;i++)</a:t>
            </a:r>
          </a:p>
          <a:p>
            <a:r>
              <a:rPr lang="en-US" dirty="0" smtClean="0"/>
              <a:t>{</a:t>
            </a:r>
          </a:p>
          <a:p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=(</a:t>
            </a:r>
            <a:r>
              <a:rPr lang="en-US" b="1" dirty="0" err="1" smtClean="0"/>
              <a:t>int</a:t>
            </a:r>
            <a:r>
              <a:rPr lang="en-US" dirty="0" smtClean="0"/>
              <a:t>)(</a:t>
            </a:r>
            <a:r>
              <a:rPr lang="en-US" dirty="0" err="1" smtClean="0"/>
              <a:t>Math.</a:t>
            </a:r>
            <a:r>
              <a:rPr lang="en-US" i="1" dirty="0" err="1" smtClean="0"/>
              <a:t>random</a:t>
            </a:r>
            <a:r>
              <a:rPr lang="en-US" dirty="0" smtClean="0"/>
              <a:t>()*100)+1;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</a:t>
            </a:r>
            <a:r>
              <a:rPr lang="en-US" dirty="0" smtClean="0"/>
              <a:t>(</a:t>
            </a:r>
            <a:r>
              <a:rPr lang="en-US" dirty="0" err="1" smtClean="0"/>
              <a:t>val</a:t>
            </a:r>
            <a:r>
              <a:rPr lang="en-US" dirty="0" smtClean="0"/>
              <a:t>+" ");</a:t>
            </a:r>
          </a:p>
          <a:p>
            <a:r>
              <a:rPr lang="en-US" b="1" dirty="0" smtClean="0"/>
              <a:t>if</a:t>
            </a:r>
            <a:r>
              <a:rPr lang="en-US" dirty="0" smtClean="0"/>
              <a:t>(val%3==0)</a:t>
            </a:r>
          </a:p>
          <a:p>
            <a:r>
              <a:rPr lang="en-US" dirty="0" smtClean="0"/>
              <a:t>count++;</a:t>
            </a:r>
          </a:p>
          <a:p>
            <a:r>
              <a:rPr lang="en-US" b="1" dirty="0" smtClean="0"/>
              <a:t>if</a:t>
            </a:r>
            <a:r>
              <a:rPr lang="en-US" dirty="0" smtClean="0"/>
              <a:t>(val%5==0)</a:t>
            </a:r>
          </a:p>
          <a:p>
            <a:r>
              <a:rPr lang="en-US" dirty="0" smtClean="0"/>
              <a:t>count1++;</a:t>
            </a:r>
          </a:p>
          <a:p>
            <a:r>
              <a:rPr lang="en-US" dirty="0" smtClean="0"/>
              <a:t>}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();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</a:t>
            </a:r>
            <a:r>
              <a:rPr lang="en-US" dirty="0" smtClean="0"/>
              <a:t>("3</a:t>
            </a:r>
            <a:r>
              <a:rPr lang="ko-KR" altLang="en-US" dirty="0" smtClean="0"/>
              <a:t>의 배수갯수</a:t>
            </a:r>
            <a:r>
              <a:rPr lang="en-US" altLang="ko-KR" dirty="0" smtClean="0"/>
              <a:t>:"+</a:t>
            </a:r>
            <a:r>
              <a:rPr lang="en-US" dirty="0" smtClean="0"/>
              <a:t>count);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</a:t>
            </a:r>
            <a:r>
              <a:rPr lang="en-US" dirty="0" smtClean="0"/>
              <a:t>(" 5</a:t>
            </a:r>
            <a:r>
              <a:rPr lang="ko-KR" altLang="en-US" dirty="0" smtClean="0"/>
              <a:t>의 배수갯수</a:t>
            </a:r>
            <a:r>
              <a:rPr lang="en-US" altLang="ko-KR" dirty="0" smtClean="0"/>
              <a:t>:"+</a:t>
            </a:r>
            <a:r>
              <a:rPr lang="en-US" dirty="0" smtClean="0"/>
              <a:t>count1);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13. </a:t>
            </a:r>
            <a:r>
              <a:rPr lang="ko-KR" altLang="en-US" b="1" dirty="0" smtClean="0"/>
              <a:t>다음 결과를 출력하는 프로그램</a:t>
            </a:r>
            <a:endParaRPr lang="en-US" altLang="ko-KR" b="1" dirty="0" smtClean="0"/>
          </a:p>
          <a:p>
            <a:r>
              <a:rPr lang="ko-KR" altLang="en-US" b="1" dirty="0" smtClean="0"/>
              <a:t> </a:t>
            </a:r>
          </a:p>
          <a:p>
            <a:r>
              <a:rPr lang="ko-KR" altLang="en-US" dirty="0" smtClean="0"/>
              <a:t> </a:t>
            </a:r>
            <a:r>
              <a:rPr lang="ko-KR" altLang="en-US" dirty="0" err="1" smtClean="0"/>
              <a:t>출력예</a:t>
            </a:r>
            <a:r>
              <a:rPr lang="en-US" altLang="ko-KR" dirty="0" smtClean="0"/>
              <a:t>) ********** (5</a:t>
            </a:r>
            <a:r>
              <a:rPr lang="ko-KR" altLang="en-US" dirty="0" smtClean="0"/>
              <a:t>행</a:t>
            </a:r>
            <a:r>
              <a:rPr lang="en-US" altLang="ko-KR" dirty="0" smtClean="0"/>
              <a:t>10</a:t>
            </a:r>
            <a:r>
              <a:rPr lang="ko-KR" altLang="en-US" dirty="0" smtClean="0"/>
              <a:t>열</a:t>
            </a:r>
            <a:r>
              <a:rPr lang="en-US" altLang="ko-KR" dirty="0" smtClean="0"/>
              <a:t>) </a:t>
            </a:r>
            <a:br>
              <a:rPr lang="en-US" altLang="ko-KR" dirty="0" smtClean="0"/>
            </a:br>
            <a:r>
              <a:rPr lang="en-US" altLang="ko-KR" dirty="0" smtClean="0"/>
              <a:t>           ********** </a:t>
            </a:r>
            <a:br>
              <a:rPr lang="en-US" altLang="ko-KR" dirty="0" smtClean="0"/>
            </a:br>
            <a:r>
              <a:rPr lang="en-US" altLang="ko-KR" dirty="0" smtClean="0"/>
              <a:t>           ********** </a:t>
            </a:r>
            <a:br>
              <a:rPr lang="en-US" altLang="ko-KR" dirty="0" smtClean="0"/>
            </a:br>
            <a:r>
              <a:rPr lang="en-US" altLang="ko-KR" dirty="0" smtClean="0"/>
              <a:t>           ********** </a:t>
            </a:r>
            <a:br>
              <a:rPr lang="en-US" altLang="ko-KR" dirty="0" smtClean="0"/>
            </a:br>
            <a:r>
              <a:rPr lang="en-US" altLang="ko-KR" dirty="0" smtClean="0"/>
              <a:t>           </a:t>
            </a:r>
            <a:r>
              <a:rPr lang="en-US" altLang="ko-KR" dirty="0" smtClean="0"/>
              <a:t>**********</a:t>
            </a:r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=1;i&lt;=5;i++)</a:t>
            </a:r>
          </a:p>
          <a:p>
            <a:r>
              <a:rPr lang="en-US" dirty="0" smtClean="0"/>
              <a:t>{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j=1;j&lt;=10;j++)</a:t>
            </a:r>
          </a:p>
          <a:p>
            <a:r>
              <a:rPr lang="en-US" dirty="0" smtClean="0"/>
              <a:t>{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</a:t>
            </a:r>
            <a:r>
              <a:rPr lang="en-US" dirty="0" smtClean="0"/>
              <a:t>("*");</a:t>
            </a:r>
          </a:p>
          <a:p>
            <a:r>
              <a:rPr lang="en-US" dirty="0" smtClean="0"/>
              <a:t>}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14. </a:t>
            </a:r>
            <a:r>
              <a:rPr lang="ko-KR" altLang="en-US" b="1" dirty="0" smtClean="0"/>
              <a:t>다음 결과를 출력하는 프로그램</a:t>
            </a:r>
            <a:endParaRPr lang="en-US" altLang="ko-KR" b="1" dirty="0" smtClean="0"/>
          </a:p>
          <a:p>
            <a:r>
              <a:rPr lang="ko-KR" altLang="en-US" b="1" dirty="0" smtClean="0"/>
              <a:t> </a:t>
            </a:r>
          </a:p>
          <a:p>
            <a:r>
              <a:rPr lang="ko-KR" altLang="en-US" dirty="0" smtClean="0"/>
              <a:t> </a:t>
            </a:r>
            <a:r>
              <a:rPr lang="ko-KR" altLang="en-US" dirty="0" err="1" smtClean="0"/>
              <a:t>출력예</a:t>
            </a:r>
            <a:r>
              <a:rPr lang="en-US" altLang="ko-KR" dirty="0" smtClean="0"/>
              <a:t>) 1 1 1 1 1 </a:t>
            </a:r>
            <a:br>
              <a:rPr lang="en-US" altLang="ko-KR" dirty="0" smtClean="0"/>
            </a:br>
            <a:r>
              <a:rPr lang="en-US" altLang="ko-KR" dirty="0" smtClean="0"/>
              <a:t>          2 2 2 2 2 </a:t>
            </a:r>
            <a:br>
              <a:rPr lang="en-US" altLang="ko-KR" dirty="0" smtClean="0"/>
            </a:br>
            <a:r>
              <a:rPr lang="en-US" altLang="ko-KR" dirty="0" smtClean="0"/>
              <a:t>          3 3 3 3 3 </a:t>
            </a:r>
            <a:br>
              <a:rPr lang="en-US" altLang="ko-KR" dirty="0" smtClean="0"/>
            </a:br>
            <a:r>
              <a:rPr lang="en-US" altLang="ko-KR" dirty="0" smtClean="0"/>
              <a:t>          4 4 4 4 4 </a:t>
            </a:r>
            <a:br>
              <a:rPr lang="en-US" altLang="ko-KR" dirty="0" smtClean="0"/>
            </a:br>
            <a:r>
              <a:rPr lang="en-US" altLang="ko-KR" dirty="0" smtClean="0"/>
              <a:t>          5 5 5 5 5 </a:t>
            </a: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=1;i&lt;=5;i++)</a:t>
            </a:r>
          </a:p>
          <a:p>
            <a:r>
              <a:rPr lang="en-US" dirty="0" smtClean="0"/>
              <a:t>{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j=1;j</a:t>
            </a:r>
            <a:r>
              <a:rPr lang="en-US" dirty="0" smtClean="0"/>
              <a:t>&lt;=</a:t>
            </a:r>
            <a:r>
              <a:rPr lang="en-US" dirty="0" smtClean="0"/>
              <a:t>5</a:t>
            </a:r>
            <a:r>
              <a:rPr lang="en-US" dirty="0" smtClean="0"/>
              <a:t>;j</a:t>
            </a:r>
            <a:r>
              <a:rPr lang="en-US" dirty="0" smtClean="0"/>
              <a:t>++)</a:t>
            </a:r>
          </a:p>
          <a:p>
            <a:r>
              <a:rPr lang="en-US" dirty="0" smtClean="0"/>
              <a:t>{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r>
              <a:rPr lang="en-US" dirty="0" smtClean="0"/>
              <a:t>}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16. </a:t>
            </a:r>
            <a:r>
              <a:rPr lang="ko-KR" altLang="en-US" b="1" dirty="0" smtClean="0"/>
              <a:t>다음 결과를 출력하는 프로그램</a:t>
            </a:r>
            <a:endParaRPr lang="en-US" altLang="ko-KR" b="1" dirty="0" smtClean="0"/>
          </a:p>
          <a:p>
            <a:r>
              <a:rPr lang="ko-KR" altLang="en-US" b="1" dirty="0" smtClean="0"/>
              <a:t> </a:t>
            </a:r>
          </a:p>
          <a:p>
            <a:r>
              <a:rPr lang="ko-KR" altLang="en-US" dirty="0" smtClean="0"/>
              <a:t> </a:t>
            </a:r>
            <a:r>
              <a:rPr lang="ko-KR" altLang="en-US" dirty="0" err="1" smtClean="0"/>
              <a:t>출력예</a:t>
            </a:r>
            <a:r>
              <a:rPr lang="en-US" altLang="ko-KR" dirty="0" smtClean="0"/>
              <a:t>) 1 # # # #</a:t>
            </a:r>
            <a:br>
              <a:rPr lang="en-US" altLang="ko-KR" dirty="0" smtClean="0"/>
            </a:br>
            <a:r>
              <a:rPr lang="en-US" altLang="ko-KR" dirty="0" smtClean="0"/>
              <a:t>          # 2 # # #</a:t>
            </a:r>
            <a:br>
              <a:rPr lang="en-US" altLang="ko-KR" dirty="0" smtClean="0"/>
            </a:br>
            <a:r>
              <a:rPr lang="en-US" altLang="ko-KR" dirty="0" smtClean="0"/>
              <a:t>          # # 3 # # </a:t>
            </a:r>
            <a:br>
              <a:rPr lang="en-US" altLang="ko-KR" dirty="0" smtClean="0"/>
            </a:br>
            <a:r>
              <a:rPr lang="en-US" altLang="ko-KR" dirty="0" smtClean="0"/>
              <a:t>          # # # 4 # </a:t>
            </a:r>
            <a:br>
              <a:rPr lang="en-US" altLang="ko-KR" dirty="0" smtClean="0"/>
            </a:br>
            <a:r>
              <a:rPr lang="en-US" altLang="ko-KR" dirty="0" smtClean="0"/>
              <a:t>          # # # # </a:t>
            </a:r>
            <a:r>
              <a:rPr lang="en-US" altLang="ko-KR" dirty="0" smtClean="0"/>
              <a:t>5</a:t>
            </a:r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=1;i&lt;=5;i++)</a:t>
            </a:r>
          </a:p>
          <a:p>
            <a:r>
              <a:rPr lang="en-US" dirty="0" smtClean="0"/>
              <a:t>{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j=1;j&lt;=5;j++)</a:t>
            </a:r>
          </a:p>
          <a:p>
            <a:r>
              <a:rPr lang="en-US" dirty="0" smtClean="0"/>
              <a:t>{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r>
              <a:rPr lang="en-US" dirty="0" smtClean="0"/>
              <a:t>}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17. </a:t>
            </a:r>
            <a:r>
              <a:rPr lang="ko-KR" altLang="en-US" b="1" dirty="0" smtClean="0"/>
              <a:t>다음 결과를 출력하는 프로그램</a:t>
            </a:r>
            <a:endParaRPr lang="en-US" altLang="ko-KR" b="1" dirty="0" smtClean="0"/>
          </a:p>
          <a:p>
            <a:r>
              <a:rPr lang="ko-KR" altLang="en-US" b="1" dirty="0" smtClean="0"/>
              <a:t> </a:t>
            </a:r>
          </a:p>
          <a:p>
            <a:r>
              <a:rPr lang="ko-KR" altLang="en-US" dirty="0" smtClean="0"/>
              <a:t> </a:t>
            </a:r>
            <a:r>
              <a:rPr lang="ko-KR" altLang="en-US" dirty="0" err="1" smtClean="0"/>
              <a:t>출력예</a:t>
            </a:r>
            <a:r>
              <a:rPr lang="en-US" altLang="ko-KR" dirty="0" smtClean="0"/>
              <a:t>) A B C D E</a:t>
            </a:r>
            <a:br>
              <a:rPr lang="en-US" altLang="ko-KR" dirty="0" smtClean="0"/>
            </a:br>
            <a:r>
              <a:rPr lang="en-US" altLang="ko-KR" dirty="0" smtClean="0"/>
              <a:t>          </a:t>
            </a:r>
            <a:r>
              <a:rPr lang="en-US" altLang="ko-KR" dirty="0"/>
              <a:t>A B C D E</a:t>
            </a:r>
            <a:br>
              <a:rPr lang="en-US" altLang="ko-KR" dirty="0"/>
            </a:br>
            <a:r>
              <a:rPr lang="en-US" altLang="ko-KR" dirty="0" smtClean="0"/>
              <a:t>          </a:t>
            </a:r>
            <a:r>
              <a:rPr lang="en-US" altLang="ko-KR" dirty="0"/>
              <a:t>A B C D E</a:t>
            </a:r>
            <a:br>
              <a:rPr lang="en-US" altLang="ko-KR" dirty="0"/>
            </a:br>
            <a:r>
              <a:rPr lang="en-US" altLang="ko-KR" dirty="0" smtClean="0"/>
              <a:t>          </a:t>
            </a:r>
            <a:r>
              <a:rPr lang="en-US" altLang="ko-KR" dirty="0"/>
              <a:t>A B C D E</a:t>
            </a:r>
            <a:br>
              <a:rPr lang="en-US" altLang="ko-KR" dirty="0"/>
            </a:br>
            <a:r>
              <a:rPr lang="en-US" altLang="ko-KR" dirty="0" smtClean="0"/>
              <a:t>          </a:t>
            </a:r>
            <a:r>
              <a:rPr lang="en-US" altLang="ko-KR" dirty="0"/>
              <a:t>A B C D </a:t>
            </a:r>
            <a:r>
              <a:rPr lang="en-US" altLang="ko-KR" dirty="0" smtClean="0"/>
              <a:t>E</a:t>
            </a:r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</a:t>
            </a:r>
            <a:r>
              <a:rPr lang="en-US" dirty="0" smtClean="0"/>
              <a:t>stub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=1;i&lt;=5;i</a:t>
            </a:r>
            <a:r>
              <a:rPr lang="en-US" dirty="0" smtClean="0"/>
              <a:t>++)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Char c=‘A</a:t>
            </a:r>
            <a:r>
              <a:rPr lang="en-US" dirty="0" smtClean="0"/>
              <a:t>’;</a:t>
            </a:r>
            <a:endParaRPr lang="en-US" dirty="0" smtClean="0"/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j=1;j&lt;=5;j</a:t>
            </a:r>
            <a:r>
              <a:rPr lang="en-US" dirty="0" smtClean="0"/>
              <a:t>++)</a:t>
            </a:r>
          </a:p>
          <a:p>
            <a:r>
              <a:rPr lang="en-US" dirty="0" smtClean="0"/>
              <a:t>{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</a:t>
            </a:r>
            <a:r>
              <a:rPr lang="en-US" dirty="0" smtClean="0"/>
              <a:t>(</a:t>
            </a:r>
            <a:r>
              <a:rPr lang="en-US" dirty="0" err="1" smtClean="0"/>
              <a:t>c++</a:t>
            </a:r>
            <a:r>
              <a:rPr lang="en-US" dirty="0" smtClean="0"/>
              <a:t>);</a:t>
            </a:r>
            <a:endParaRPr lang="en-US" dirty="0" smtClean="0"/>
          </a:p>
          <a:p>
            <a:r>
              <a:rPr lang="en-US" dirty="0" smtClean="0"/>
              <a:t>}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357166"/>
            <a:ext cx="835824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18. </a:t>
            </a:r>
            <a:r>
              <a:rPr lang="ko-KR" altLang="en-US" b="1" dirty="0" smtClean="0"/>
              <a:t>다음 결과를 출력하는 프로그램</a:t>
            </a:r>
            <a:endParaRPr lang="en-US" altLang="ko-KR" b="1" dirty="0" smtClean="0"/>
          </a:p>
          <a:p>
            <a:r>
              <a:rPr lang="ko-KR" altLang="en-US" b="1" dirty="0" smtClean="0"/>
              <a:t> </a:t>
            </a:r>
          </a:p>
          <a:p>
            <a:r>
              <a:rPr lang="ko-KR" altLang="en-US" dirty="0" smtClean="0"/>
              <a:t> </a:t>
            </a:r>
            <a:r>
              <a:rPr lang="ko-KR" altLang="en-US" dirty="0" err="1" smtClean="0"/>
              <a:t>출력예</a:t>
            </a:r>
            <a:r>
              <a:rPr lang="en-US" altLang="ko-KR" dirty="0" smtClean="0"/>
              <a:t>) A </a:t>
            </a:r>
            <a:r>
              <a:rPr lang="en-US" altLang="ko-KR" dirty="0" err="1" smtClean="0"/>
              <a:t>A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A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A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A</a:t>
            </a:r>
            <a:r>
              <a:rPr lang="en-US" altLang="ko-KR" dirty="0" smtClean="0"/>
              <a:t>         </a:t>
            </a:r>
            <a:br>
              <a:rPr lang="en-US" altLang="ko-KR" dirty="0" smtClean="0"/>
            </a:br>
            <a:r>
              <a:rPr lang="en-US" altLang="ko-KR" dirty="0" smtClean="0"/>
              <a:t>          B </a:t>
            </a:r>
            <a:r>
              <a:rPr lang="en-US" altLang="ko-KR" dirty="0" err="1" smtClean="0"/>
              <a:t>B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B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B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B</a:t>
            </a:r>
            <a:r>
              <a:rPr lang="en-US" altLang="ko-KR" dirty="0" smtClean="0"/>
              <a:t>               </a:t>
            </a:r>
          </a:p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C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D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E 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class</a:t>
            </a:r>
            <a:r>
              <a:rPr lang="en-US" dirty="0" smtClean="0"/>
              <a:t> </a:t>
            </a:r>
            <a:r>
              <a:rPr lang="ko-KR" altLang="en-US" dirty="0" smtClean="0"/>
              <a:t>문제풀이 </a:t>
            </a:r>
            <a:r>
              <a:rPr lang="en-US" altLang="ko-KR" dirty="0" smtClean="0"/>
              <a:t>{</a:t>
            </a:r>
          </a:p>
          <a:p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b="1" dirty="0" smtClean="0"/>
              <a:t>public</a:t>
            </a:r>
            <a:r>
              <a:rPr lang="en-US" dirty="0" smtClean="0"/>
              <a:t> </a:t>
            </a:r>
            <a:r>
              <a:rPr lang="en-US" b="1" dirty="0" smtClean="0"/>
              <a:t>static</a:t>
            </a:r>
            <a:r>
              <a:rPr lang="en-US" dirty="0" smtClean="0"/>
              <a:t> </a:t>
            </a:r>
            <a:r>
              <a:rPr lang="en-US" b="1" dirty="0" smtClean="0"/>
              <a:t>void</a:t>
            </a:r>
            <a:r>
              <a:rPr lang="en-US" dirty="0" smtClean="0"/>
              <a:t> main(String[] </a:t>
            </a:r>
            <a:r>
              <a:rPr lang="en-US" dirty="0" err="1" smtClean="0"/>
              <a:t>args</a:t>
            </a:r>
            <a:r>
              <a:rPr lang="en-US" dirty="0" smtClean="0"/>
              <a:t>) {</a:t>
            </a:r>
          </a:p>
          <a:p>
            <a:r>
              <a:rPr lang="en-US" dirty="0" smtClean="0"/>
              <a:t>// </a:t>
            </a:r>
            <a:r>
              <a:rPr lang="en-US" b="1" dirty="0" smtClean="0"/>
              <a:t>TODO</a:t>
            </a:r>
            <a:r>
              <a:rPr lang="en-US" dirty="0" smtClean="0"/>
              <a:t> Auto-generated method stub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smtClean="0"/>
              <a:t>char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='</a:t>
            </a:r>
            <a:r>
              <a:rPr lang="en-US" dirty="0" err="1" smtClean="0"/>
              <a:t>A';i</a:t>
            </a:r>
            <a:r>
              <a:rPr lang="en-US" dirty="0" smtClean="0"/>
              <a:t>&lt;='</a:t>
            </a:r>
            <a:r>
              <a:rPr lang="en-US" dirty="0" err="1" smtClean="0"/>
              <a:t>E';i</a:t>
            </a:r>
            <a:r>
              <a:rPr lang="en-US" dirty="0" smtClean="0"/>
              <a:t>++)</a:t>
            </a:r>
          </a:p>
          <a:p>
            <a:r>
              <a:rPr lang="en-US" dirty="0" smtClean="0"/>
              <a:t>{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(</a:t>
            </a:r>
            <a:r>
              <a:rPr lang="en-US" b="1" dirty="0" smtClean="0"/>
              <a:t>char</a:t>
            </a:r>
            <a:r>
              <a:rPr lang="en-US" dirty="0" smtClean="0"/>
              <a:t> j='</a:t>
            </a:r>
            <a:r>
              <a:rPr lang="en-US" dirty="0" err="1" smtClean="0"/>
              <a:t>A';j</a:t>
            </a:r>
            <a:r>
              <a:rPr lang="en-US" dirty="0" smtClean="0"/>
              <a:t>&lt;='</a:t>
            </a:r>
            <a:r>
              <a:rPr lang="en-US" dirty="0" err="1" smtClean="0"/>
              <a:t>E';j</a:t>
            </a:r>
            <a:r>
              <a:rPr lang="en-US" dirty="0" smtClean="0"/>
              <a:t>++)</a:t>
            </a:r>
          </a:p>
          <a:p>
            <a:r>
              <a:rPr lang="en-US" dirty="0" smtClean="0"/>
              <a:t>{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r>
              <a:rPr lang="en-US" dirty="0" smtClean="0"/>
              <a:t>}</a:t>
            </a:r>
          </a:p>
          <a:p>
            <a:r>
              <a:rPr lang="en-US" dirty="0" err="1" smtClean="0"/>
              <a:t>System.</a:t>
            </a:r>
            <a:r>
              <a:rPr lang="en-US" b="1" i="1" dirty="0" err="1" smtClean="0"/>
              <a:t>out</a:t>
            </a:r>
            <a:r>
              <a:rPr lang="en-US" dirty="0" err="1" smtClean="0"/>
              <a:t>.println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</a:p>
          <a:p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164</Words>
  <Application>Microsoft Office PowerPoint</Application>
  <PresentationFormat>화면 슬라이드 쇼(4:3)</PresentationFormat>
  <Paragraphs>218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자바 반복문 문제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자바 반복문 문제</dc:title>
  <dc:creator>user</dc:creator>
  <cp:lastModifiedBy>sist</cp:lastModifiedBy>
  <cp:revision>15</cp:revision>
  <dcterms:created xsi:type="dcterms:W3CDTF">2022-10-25T23:15:19Z</dcterms:created>
  <dcterms:modified xsi:type="dcterms:W3CDTF">2025-07-30T08:21:53Z</dcterms:modified>
</cp:coreProperties>
</file>