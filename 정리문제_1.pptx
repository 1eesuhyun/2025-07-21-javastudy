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8201" autoAdjust="0"/>
  </p:normalViewPr>
  <p:slideViewPr>
    <p:cSldViewPr>
      <p:cViewPr varScale="1">
        <p:scale>
          <a:sx n="100" d="100"/>
          <a:sy n="100" d="100"/>
        </p:scale>
        <p:origin x="-194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62C86-80CA-4AFB-BDA1-E6A0EB26829D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8B6E8-5568-4653-976A-B058A133EF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8B6E8-5568-4653-976A-B058A133EFA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8B6E8-5568-4653-976A-B058A133EFA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Byte &lt; char &lt;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&lt; long &lt; float</a:t>
            </a:r>
            <a:r>
              <a:rPr lang="en-US" altLang="ko-KR" baseline="0" dirty="0" smtClean="0"/>
              <a:t> &lt; double</a:t>
            </a:r>
          </a:p>
          <a:p>
            <a:r>
              <a:rPr lang="en-US" altLang="ko-KR" baseline="0" dirty="0" smtClean="0"/>
              <a:t>          short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8B6E8-5568-4653-976A-B058A133EFA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08FB2-81BB-4EF8-BB48-86A8126E84B9}" type="datetimeFigureOut">
              <a:rPr lang="ko-KR" altLang="en-US" smtClean="0"/>
              <a:pPr/>
              <a:t>2025-07-24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56984-E7AB-4EFA-8838-2D6E013601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변수 연습문제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en-US" altLang="ko-KR" b="1" dirty="0" smtClean="0"/>
              <a:t>1. </a:t>
            </a:r>
            <a:r>
              <a:rPr lang="ko-KR" altLang="en-US" b="1" dirty="0" smtClean="0"/>
              <a:t>다음 </a:t>
            </a:r>
            <a:r>
              <a:rPr lang="ko-KR" altLang="en-US" b="1" dirty="0"/>
              <a:t>중 </a:t>
            </a:r>
            <a:r>
              <a:rPr lang="ko-KR" altLang="en-US" b="1" dirty="0" err="1"/>
              <a:t>식별자</a:t>
            </a:r>
            <a:r>
              <a:rPr lang="ko-KR" altLang="en-US" b="1" dirty="0"/>
              <a:t> 사용이 잘못된 경우를 모두 골라라</a:t>
            </a:r>
            <a:r>
              <a:rPr lang="en-US" b="1" dirty="0"/>
              <a:t>.</a:t>
            </a:r>
            <a:endParaRPr lang="ko-KR" altLang="en-US" dirty="0"/>
          </a:p>
          <a:p>
            <a:pPr latinLnBrk="0"/>
            <a:endParaRPr lang="en-US" dirty="0" smtClean="0"/>
          </a:p>
          <a:p>
            <a:pPr latinLnBrk="0">
              <a:lnSpc>
                <a:spcPct val="150000"/>
              </a:lnSpc>
            </a:pPr>
            <a:r>
              <a:rPr lang="en-US" dirty="0" smtClean="0"/>
              <a:t>1)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_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2)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%j</a:t>
            </a:r>
            <a:r>
              <a:rPr lang="en-US" dirty="0" smtClean="0">
                <a:solidFill>
                  <a:srgbClr val="FF0000"/>
                </a:solidFill>
              </a:rPr>
              <a:t>; %X</a:t>
            </a:r>
            <a:endParaRPr lang="ko-KR" altLang="en-US" dirty="0">
              <a:solidFill>
                <a:srgbClr val="FF0000"/>
              </a:solidFill>
            </a:endParaRPr>
          </a:p>
          <a:p>
            <a:pPr latinLnBrk="0">
              <a:lnSpc>
                <a:spcPct val="150000"/>
              </a:lnSpc>
            </a:pPr>
            <a:r>
              <a:rPr lang="en-US" dirty="0" smtClean="0"/>
              <a:t>3) char </a:t>
            </a:r>
            <a:r>
              <a:rPr lang="ko-KR" altLang="en-US" dirty="0"/>
              <a:t>안녕</a:t>
            </a:r>
            <a:r>
              <a:rPr lang="en-US" dirty="0"/>
              <a:t>;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4) double </a:t>
            </a:r>
            <a:r>
              <a:rPr lang="en-US" dirty="0">
                <a:solidFill>
                  <a:srgbClr val="FF0000"/>
                </a:solidFill>
              </a:rPr>
              <a:t>1var</a:t>
            </a:r>
            <a:r>
              <a:rPr lang="en-US" dirty="0" smtClean="0">
                <a:solidFill>
                  <a:srgbClr val="FF0000"/>
                </a:solidFill>
              </a:rPr>
              <a:t>; </a:t>
            </a:r>
            <a:r>
              <a:rPr lang="ko-KR" altLang="en-US" dirty="0" smtClean="0">
                <a:solidFill>
                  <a:srgbClr val="FF0000"/>
                </a:solidFill>
              </a:rPr>
              <a:t>숫자 앞에 사용 불가</a:t>
            </a:r>
            <a:endParaRPr lang="ko-KR" altLang="en-US" dirty="0">
              <a:solidFill>
                <a:srgbClr val="FF0000"/>
              </a:solidFill>
            </a:endParaRPr>
          </a:p>
          <a:p>
            <a:pPr latinLnBrk="0">
              <a:lnSpc>
                <a:spcPct val="150000"/>
              </a:lnSpc>
            </a:pPr>
            <a:r>
              <a:rPr lang="en-US" dirty="0" smtClean="0"/>
              <a:t>5) char </a:t>
            </a:r>
            <a:r>
              <a:rPr lang="en-US" dirty="0" err="1"/>
              <a:t>student_ID</a:t>
            </a:r>
            <a:r>
              <a:rPr lang="en-US" dirty="0"/>
              <a:t>;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 smtClean="0"/>
              <a:t>6) final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abcdefghijklmnopqrstuvwxyz</a:t>
            </a:r>
            <a:r>
              <a:rPr lang="en-US" dirty="0" smtClean="0"/>
              <a:t>; </a:t>
            </a:r>
            <a:r>
              <a:rPr lang="ko-KR" altLang="en-US" dirty="0" smtClean="0"/>
              <a:t>문자의 길이는 상관없음</a:t>
            </a:r>
            <a:endParaRPr lang="en-US" dirty="0" smtClean="0"/>
          </a:p>
          <a:p>
            <a:pPr latinLnBrk="0"/>
            <a:endParaRPr lang="en-US" altLang="ko-KR" dirty="0"/>
          </a:p>
          <a:p>
            <a:pPr lvl="0" latinLnBrk="0"/>
            <a:r>
              <a:rPr lang="en-US" altLang="ko-KR" b="1" dirty="0" smtClean="0"/>
              <a:t>2. </a:t>
            </a:r>
            <a:r>
              <a:rPr lang="ko-KR" altLang="en-US" b="1" dirty="0" smtClean="0"/>
              <a:t>다음 </a:t>
            </a:r>
            <a:r>
              <a:rPr lang="ko-KR" altLang="en-US" b="1" dirty="0"/>
              <a:t>각 항목이 나타내는 변수를 선언하라</a:t>
            </a:r>
            <a:r>
              <a:rPr lang="en-US" b="1" dirty="0"/>
              <a:t>.</a:t>
            </a:r>
            <a:endParaRPr lang="ko-KR" altLang="en-US" dirty="0"/>
          </a:p>
          <a:p>
            <a:pPr lvl="0" latinLnBrk="0"/>
            <a:endParaRPr lang="en-US" dirty="0" smtClean="0"/>
          </a:p>
          <a:p>
            <a:pPr lvl="0" latinLnBrk="0"/>
            <a:r>
              <a:rPr lang="en-US" dirty="0" smtClean="0"/>
              <a:t>1) </a:t>
            </a:r>
            <a:r>
              <a:rPr lang="en-US" dirty="0" err="1" smtClean="0"/>
              <a:t>int</a:t>
            </a:r>
            <a:r>
              <a:rPr lang="ko-KR" altLang="en-US" dirty="0"/>
              <a:t>형 변수</a:t>
            </a:r>
            <a:r>
              <a:rPr lang="en-US" dirty="0"/>
              <a:t> </a:t>
            </a:r>
            <a:r>
              <a:rPr lang="en-US" dirty="0" smtClean="0"/>
              <a:t>height, </a:t>
            </a:r>
            <a:r>
              <a:rPr lang="en-US" dirty="0" err="1" smtClean="0"/>
              <a:t>int</a:t>
            </a:r>
            <a:r>
              <a:rPr lang="en-US" dirty="0" smtClean="0"/>
              <a:t> height;</a:t>
            </a:r>
            <a:r>
              <a:rPr lang="en-US" dirty="0"/>
              <a:t/>
            </a:r>
            <a:br>
              <a:rPr lang="en-US" dirty="0"/>
            </a:br>
            <a:endParaRPr lang="ko-KR" altLang="en-US" dirty="0"/>
          </a:p>
          <a:p>
            <a:pPr lvl="0" latinLnBrk="0"/>
            <a:r>
              <a:rPr lang="en-US" dirty="0" smtClean="0"/>
              <a:t>2) 0.25</a:t>
            </a:r>
            <a:r>
              <a:rPr lang="ko-KR" altLang="en-US" dirty="0"/>
              <a:t>로 초기화된</a:t>
            </a:r>
            <a:r>
              <a:rPr lang="en-US" dirty="0"/>
              <a:t> double</a:t>
            </a:r>
            <a:r>
              <a:rPr lang="ko-KR" altLang="en-US" dirty="0"/>
              <a:t>형 변수 </a:t>
            </a:r>
            <a:r>
              <a:rPr lang="en-US" dirty="0" smtClean="0"/>
              <a:t>size, double size=0.25;</a:t>
            </a:r>
            <a:r>
              <a:rPr lang="en-US" dirty="0"/>
              <a:t/>
            </a:r>
            <a:br>
              <a:rPr lang="en-US" dirty="0"/>
            </a:br>
            <a:endParaRPr lang="ko-KR" altLang="en-US" dirty="0"/>
          </a:p>
          <a:p>
            <a:pPr lvl="0" latinLnBrk="0"/>
            <a:r>
              <a:rPr lang="en-US" dirty="0" smtClean="0"/>
              <a:t>3) height </a:t>
            </a:r>
            <a:r>
              <a:rPr lang="ko-KR" altLang="en-US" dirty="0"/>
              <a:t>변수의 값과</a:t>
            </a:r>
            <a:r>
              <a:rPr lang="en-US" dirty="0"/>
              <a:t> size </a:t>
            </a:r>
            <a:r>
              <a:rPr lang="ko-KR" altLang="en-US" dirty="0"/>
              <a:t>변수의 값을 더한 값으로 초기화된</a:t>
            </a:r>
            <a:r>
              <a:rPr lang="en-US" dirty="0"/>
              <a:t> double</a:t>
            </a:r>
            <a:r>
              <a:rPr lang="ko-KR" altLang="en-US" dirty="0"/>
              <a:t>형 변수</a:t>
            </a:r>
            <a:r>
              <a:rPr lang="en-US" dirty="0"/>
              <a:t> total</a:t>
            </a:r>
            <a:br>
              <a:rPr lang="en-US" dirty="0"/>
            </a:br>
            <a:r>
              <a:rPr lang="en-US" dirty="0" smtClean="0"/>
              <a:t>   double total = </a:t>
            </a:r>
            <a:r>
              <a:rPr lang="en-US" dirty="0" err="1" smtClean="0"/>
              <a:t>height+size</a:t>
            </a:r>
            <a:endParaRPr lang="ko-KR" altLang="en-US" dirty="0"/>
          </a:p>
          <a:p>
            <a:pPr lvl="0" latinLnBrk="0"/>
            <a:r>
              <a:rPr lang="en-US" altLang="ko-KR" dirty="0" smtClean="0"/>
              <a:t>4) </a:t>
            </a:r>
            <a:r>
              <a:rPr lang="ko-KR" altLang="en-US" dirty="0" smtClean="0"/>
              <a:t>문자</a:t>
            </a:r>
            <a:r>
              <a:rPr lang="en-US" dirty="0" smtClean="0"/>
              <a:t> </a:t>
            </a:r>
            <a:r>
              <a:rPr lang="en-US" dirty="0"/>
              <a:t>'a'</a:t>
            </a:r>
            <a:r>
              <a:rPr lang="ko-KR" altLang="en-US" dirty="0"/>
              <a:t>로 초기화된</a:t>
            </a:r>
            <a:r>
              <a:rPr lang="en-US" dirty="0"/>
              <a:t> char</a:t>
            </a:r>
            <a:r>
              <a:rPr lang="ko-KR" altLang="en-US" dirty="0"/>
              <a:t>형 변수</a:t>
            </a:r>
            <a:r>
              <a:rPr lang="en-US" dirty="0"/>
              <a:t> c</a:t>
            </a:r>
            <a:br>
              <a:rPr lang="en-US" dirty="0"/>
            </a:br>
            <a:r>
              <a:rPr lang="en-US" dirty="0" smtClean="0"/>
              <a:t>   char </a:t>
            </a:r>
            <a:r>
              <a:rPr lang="en-US" dirty="0"/>
              <a:t>c = 'a</a:t>
            </a:r>
            <a:r>
              <a:rPr lang="en-US" dirty="0" smtClean="0"/>
              <a:t>';</a:t>
            </a:r>
          </a:p>
          <a:p>
            <a:pPr lvl="0" latinLnBrk="0"/>
            <a:r>
              <a:rPr lang="en-US" altLang="ko-KR" dirty="0" smtClean="0"/>
              <a:t>   </a:t>
            </a:r>
            <a:endParaRPr lang="ko-KR" altLang="en-US" dirty="0"/>
          </a:p>
          <a:p>
            <a:pPr latinLnBrk="0"/>
            <a:endParaRPr lang="ko-KR" altLang="en-US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en-US" altLang="ko-KR" b="1" dirty="0" smtClean="0"/>
              <a:t>3. </a:t>
            </a:r>
            <a:r>
              <a:rPr lang="ko-KR" altLang="en-US" b="1" dirty="0" smtClean="0"/>
              <a:t>다음 </a:t>
            </a:r>
            <a:r>
              <a:rPr lang="ko-KR" altLang="en-US" b="1" dirty="0"/>
              <a:t>수식의 결과 값과 타입은</a:t>
            </a:r>
            <a:r>
              <a:rPr lang="en-US" b="1" dirty="0"/>
              <a:t>?</a:t>
            </a:r>
            <a:endParaRPr lang="ko-KR" altLang="en-US" dirty="0"/>
          </a:p>
          <a:p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67+12.8 79.8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10/3 3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10.0/3 3.3333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10==</a:t>
            </a:r>
            <a:r>
              <a:rPr lang="en-US" dirty="0" smtClean="0"/>
              <a:t>9 </a:t>
            </a:r>
            <a:r>
              <a:rPr lang="en-US" dirty="0" err="1" smtClean="0"/>
              <a:t>flase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  <a:p>
            <a:pPr lvl="0">
              <a:lnSpc>
                <a:spcPct val="150000"/>
              </a:lnSpc>
            </a:pPr>
            <a:r>
              <a:rPr lang="en-US" altLang="ko-KR" b="1" dirty="0" smtClean="0"/>
              <a:t>4. </a:t>
            </a:r>
            <a:r>
              <a:rPr lang="ko-KR" altLang="en-US" b="1" dirty="0" smtClean="0"/>
              <a:t>다음 </a:t>
            </a:r>
            <a:r>
              <a:rPr lang="ko-KR" altLang="en-US" b="1" dirty="0"/>
              <a:t>표의 빈칸에</a:t>
            </a:r>
            <a:r>
              <a:rPr lang="en-US" b="1" dirty="0"/>
              <a:t> 8</a:t>
            </a:r>
            <a:r>
              <a:rPr lang="ko-KR" altLang="en-US" b="1" dirty="0"/>
              <a:t>개의 기본형</a:t>
            </a:r>
            <a:r>
              <a:rPr lang="en-US" b="1" dirty="0"/>
              <a:t>(primitive type)</a:t>
            </a:r>
            <a:r>
              <a:rPr lang="ko-KR" altLang="en-US" b="1" dirty="0"/>
              <a:t>을 알맞은 자리에 넣으시오</a:t>
            </a:r>
            <a:r>
              <a:rPr lang="en-US" b="1" dirty="0"/>
              <a:t>.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dirty="0"/>
              <a:t/>
            </a:r>
            <a:br>
              <a:rPr lang="en-US" dirty="0"/>
            </a:b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500035" y="3643314"/>
          <a:ext cx="766763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527"/>
                <a:gridCol w="1533527"/>
                <a:gridCol w="1533527"/>
                <a:gridCol w="1533527"/>
                <a:gridCol w="1533527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종류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크기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8byte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논리형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/>
                        <a:t>boolean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문자형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char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정수형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short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long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/>
                        <a:t>실수형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float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double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158" y="285728"/>
            <a:ext cx="8358246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en-US" altLang="ko-KR" b="1" dirty="0" smtClean="0"/>
              <a:t>5. </a:t>
            </a:r>
            <a:r>
              <a:rPr lang="ko-KR" altLang="en-US" b="1" dirty="0" smtClean="0"/>
              <a:t>다음의 </a:t>
            </a:r>
            <a:r>
              <a:rPr lang="ko-KR" altLang="en-US" b="1" dirty="0"/>
              <a:t>문장에서 </a:t>
            </a:r>
            <a:r>
              <a:rPr lang="ko-KR" altLang="en-US" b="1" dirty="0" err="1"/>
              <a:t>리터럴</a:t>
            </a:r>
            <a:r>
              <a:rPr lang="en-US" b="1" dirty="0"/>
              <a:t>, </a:t>
            </a:r>
            <a:r>
              <a:rPr lang="ko-KR" altLang="en-US" b="1" dirty="0"/>
              <a:t>변수</a:t>
            </a:r>
            <a:r>
              <a:rPr lang="en-US" b="1" dirty="0"/>
              <a:t>, </a:t>
            </a:r>
            <a:r>
              <a:rPr lang="ko-KR" altLang="en-US" b="1" dirty="0"/>
              <a:t>상수</a:t>
            </a:r>
            <a:r>
              <a:rPr lang="en-US" b="1" dirty="0"/>
              <a:t>, </a:t>
            </a:r>
            <a:r>
              <a:rPr lang="ko-KR" altLang="en-US" b="1" dirty="0"/>
              <a:t>키워드를 적으시오</a:t>
            </a:r>
            <a:r>
              <a:rPr lang="en-US" b="1" dirty="0" smtClean="0"/>
              <a:t>.</a:t>
            </a:r>
          </a:p>
          <a:p>
            <a:pPr lvl="0" latinLnBrk="0"/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100</a:t>
            </a:r>
            <a:r>
              <a:rPr lang="en-US" dirty="0" smtClean="0"/>
              <a:t>; 100,i, ,</a:t>
            </a:r>
            <a:r>
              <a:rPr lang="en-US" dirty="0" err="1" smtClean="0"/>
              <a:t>int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long l = </a:t>
            </a:r>
            <a:r>
              <a:rPr lang="en-US" dirty="0" smtClean="0"/>
              <a:t>100L 100, I, , long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final float PI = 3.14f</a:t>
            </a:r>
            <a:r>
              <a:rPr lang="en-US" dirty="0" smtClean="0"/>
              <a:t>; 3.14f, , PI, final float</a:t>
            </a:r>
            <a:endParaRPr lang="ko-KR" altLang="en-US" dirty="0"/>
          </a:p>
          <a:p>
            <a:pPr latinLnBrk="0"/>
            <a:r>
              <a:rPr lang="en-US" dirty="0"/>
              <a:t> </a:t>
            </a:r>
            <a:endParaRPr lang="ko-KR" altLang="en-US" dirty="0"/>
          </a:p>
          <a:p>
            <a:pPr latinLnBrk="0"/>
            <a:r>
              <a:rPr lang="en-US" altLang="ko-KR" b="1" dirty="0" smtClean="0"/>
              <a:t>6. </a:t>
            </a:r>
            <a:r>
              <a:rPr lang="ko-KR" altLang="en-US" b="1" dirty="0" smtClean="0"/>
              <a:t>다음 </a:t>
            </a:r>
            <a:r>
              <a:rPr lang="ko-KR" altLang="en-US" b="1" dirty="0"/>
              <a:t>중 기본형</a:t>
            </a:r>
            <a:r>
              <a:rPr lang="en-US" b="1" dirty="0"/>
              <a:t>(primitive type)</a:t>
            </a:r>
            <a:r>
              <a:rPr lang="ko-KR" altLang="en-US" b="1" dirty="0"/>
              <a:t>이 아닌 것은</a:t>
            </a:r>
            <a:r>
              <a:rPr lang="en-US" b="1" dirty="0" smtClean="0"/>
              <a:t>?</a:t>
            </a:r>
          </a:p>
          <a:p>
            <a:pPr latinLnBrk="0"/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 smtClean="0"/>
              <a:t>1) </a:t>
            </a:r>
            <a:r>
              <a:rPr lang="en-US" dirty="0" err="1" smtClean="0"/>
              <a:t>int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2) Byte</a:t>
            </a:r>
            <a:endParaRPr lang="ko-KR" altLang="en-US" dirty="0">
              <a:solidFill>
                <a:srgbClr val="FF0000"/>
              </a:solidFill>
            </a:endParaRPr>
          </a:p>
          <a:p>
            <a:pPr latinLnBrk="0">
              <a:lnSpc>
                <a:spcPct val="150000"/>
              </a:lnSpc>
            </a:pPr>
            <a:r>
              <a:rPr lang="en-US" dirty="0" smtClean="0"/>
              <a:t>3) double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 smtClean="0"/>
              <a:t>4) </a:t>
            </a:r>
            <a:r>
              <a:rPr lang="en-US" dirty="0" err="1" smtClean="0"/>
              <a:t>boolean</a:t>
            </a:r>
            <a:endParaRPr lang="ko-KR" altLang="en-US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158" y="285728"/>
            <a:ext cx="8358246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/>
            <a:r>
              <a:rPr lang="en-US" altLang="ko-KR" b="1" dirty="0" smtClean="0"/>
              <a:t>7. </a:t>
            </a:r>
            <a:r>
              <a:rPr lang="ko-KR" altLang="en-US" b="1" dirty="0" smtClean="0"/>
              <a:t>다음 </a:t>
            </a:r>
            <a:r>
              <a:rPr lang="ko-KR" altLang="en-US" b="1" dirty="0"/>
              <a:t>중 형 변환을 생략할 수 있는 것은</a:t>
            </a:r>
            <a:r>
              <a:rPr lang="en-US" b="1" dirty="0"/>
              <a:t>? (</a:t>
            </a:r>
            <a:r>
              <a:rPr lang="ko-KR" altLang="en-US" b="1" dirty="0"/>
              <a:t>모두 고르시오</a:t>
            </a:r>
            <a:r>
              <a:rPr lang="en-US" b="1" dirty="0"/>
              <a:t>)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byte b = 10;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char </a:t>
            </a:r>
            <a:r>
              <a:rPr lang="en-US" dirty="0" err="1"/>
              <a:t>ch</a:t>
            </a:r>
            <a:r>
              <a:rPr lang="en-US" dirty="0"/>
              <a:t> = 'A';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100;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long l = 1000L;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a. b = (byte) </a:t>
            </a:r>
            <a:r>
              <a:rPr lang="en-US" dirty="0" err="1"/>
              <a:t>i</a:t>
            </a:r>
            <a:r>
              <a:rPr lang="en-US" dirty="0"/>
              <a:t>;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b. </a:t>
            </a:r>
            <a:r>
              <a:rPr lang="en-US" dirty="0" err="1"/>
              <a:t>ch</a:t>
            </a:r>
            <a:r>
              <a:rPr lang="en-US" dirty="0"/>
              <a:t> = (char) b;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c. short s = (short) </a:t>
            </a:r>
            <a:r>
              <a:rPr lang="en-US" dirty="0" err="1"/>
              <a:t>ch</a:t>
            </a:r>
            <a:r>
              <a:rPr lang="en-US" dirty="0"/>
              <a:t>;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d. float f = (float) l;</a:t>
            </a:r>
            <a:endParaRPr lang="ko-KR" altLang="en-US" dirty="0">
              <a:solidFill>
                <a:srgbClr val="FF0000"/>
              </a:solidFill>
            </a:endParaRPr>
          </a:p>
          <a:p>
            <a:pPr latinLnBrk="0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e.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= (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err="1">
                <a:solidFill>
                  <a:srgbClr val="FF0000"/>
                </a:solidFill>
              </a:rPr>
              <a:t>ch</a:t>
            </a:r>
            <a:r>
              <a:rPr lang="en-US" dirty="0">
                <a:solidFill>
                  <a:srgbClr val="FF0000"/>
                </a:solidFill>
              </a:rPr>
              <a:t>;</a:t>
            </a:r>
            <a:endParaRPr lang="ko-KR" altLang="en-US" dirty="0">
              <a:solidFill>
                <a:srgbClr val="FF0000"/>
              </a:solidFill>
            </a:endParaRPr>
          </a:p>
          <a:p>
            <a:pPr latinLnBrk="0"/>
            <a:r>
              <a:rPr lang="en-US" dirty="0"/>
              <a:t> </a:t>
            </a:r>
            <a:endParaRPr lang="ko-KR" altLang="en-US" dirty="0"/>
          </a:p>
          <a:p>
            <a:pPr latinLnBrk="0"/>
            <a:r>
              <a:rPr lang="en-US" altLang="ko-KR" b="1" dirty="0" smtClean="0"/>
              <a:t>8. </a:t>
            </a:r>
            <a:r>
              <a:rPr lang="ko-KR" altLang="en-US" b="1" dirty="0" smtClean="0"/>
              <a:t>다음 </a:t>
            </a:r>
            <a:r>
              <a:rPr lang="ko-KR" altLang="en-US" b="1" dirty="0"/>
              <a:t>중 변수를 잘못 초기화한 것은</a:t>
            </a:r>
            <a:r>
              <a:rPr lang="en-US" b="1" dirty="0"/>
              <a:t>? (</a:t>
            </a:r>
            <a:r>
              <a:rPr lang="ko-KR" altLang="en-US" b="1" dirty="0"/>
              <a:t>모두 고르시오</a:t>
            </a:r>
            <a:r>
              <a:rPr lang="en-US" b="1" dirty="0"/>
              <a:t>)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a. </a:t>
            </a:r>
            <a:r>
              <a:rPr lang="en-US" dirty="0">
                <a:solidFill>
                  <a:srgbClr val="FF0000"/>
                </a:solidFill>
              </a:rPr>
              <a:t>byte b = 256;</a:t>
            </a:r>
            <a:r>
              <a:rPr lang="en-US" dirty="0"/>
              <a:t> </a:t>
            </a:r>
            <a:r>
              <a:rPr lang="en-US" dirty="0" smtClean="0"/>
              <a:t> ~127</a:t>
            </a:r>
            <a:r>
              <a:rPr lang="ko-KR" altLang="en-US" dirty="0" smtClean="0"/>
              <a:t>까지만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b. char c = </a:t>
            </a:r>
            <a:r>
              <a:rPr lang="en-US" dirty="0" smtClean="0"/>
              <a:t>‘ ';</a:t>
            </a:r>
            <a:r>
              <a:rPr lang="en-US" dirty="0"/>
              <a:t> </a:t>
            </a:r>
            <a:r>
              <a:rPr lang="en-US" dirty="0" smtClean="0"/>
              <a:t> </a:t>
            </a:r>
            <a:r>
              <a:rPr lang="ko-KR" altLang="en-US" dirty="0" smtClean="0"/>
              <a:t>공백도 허용</a:t>
            </a:r>
            <a:endParaRPr lang="ko-KR" altLang="en-US" dirty="0"/>
          </a:p>
          <a:p>
            <a:pPr latinLnBrk="0">
              <a:lnSpc>
                <a:spcPct val="150000"/>
              </a:lnSpc>
            </a:pPr>
            <a:r>
              <a:rPr lang="en-US" dirty="0"/>
              <a:t>c. </a:t>
            </a:r>
            <a:r>
              <a:rPr lang="en-US" dirty="0">
                <a:solidFill>
                  <a:srgbClr val="FF0000"/>
                </a:solidFill>
              </a:rPr>
              <a:t>char answer = 'no'; </a:t>
            </a:r>
            <a:endParaRPr lang="ko-KR" altLang="en-US" dirty="0">
              <a:solidFill>
                <a:srgbClr val="FF0000"/>
              </a:solidFill>
            </a:endParaRPr>
          </a:p>
          <a:p>
            <a:pPr latinLnBrk="0">
              <a:lnSpc>
                <a:spcPct val="150000"/>
              </a:lnSpc>
            </a:pPr>
            <a:r>
              <a:rPr lang="en-US" dirty="0"/>
              <a:t>d</a:t>
            </a:r>
            <a:r>
              <a:rPr lang="en-US" dirty="0">
                <a:solidFill>
                  <a:srgbClr val="FF0000"/>
                </a:solidFill>
              </a:rPr>
              <a:t>. float f = 3.14</a:t>
            </a:r>
            <a:r>
              <a:rPr lang="en-US" dirty="0" smtClean="0">
                <a:solidFill>
                  <a:srgbClr val="FF0000"/>
                </a:solidFill>
              </a:rPr>
              <a:t>; double</a:t>
            </a:r>
            <a:endParaRPr lang="ko-KR" altLang="en-US" dirty="0">
              <a:solidFill>
                <a:srgbClr val="FF0000"/>
              </a:solidFill>
            </a:endParaRPr>
          </a:p>
          <a:p>
            <a:pPr latinLnBrk="0">
              <a:lnSpc>
                <a:spcPct val="150000"/>
              </a:lnSpc>
            </a:pPr>
            <a:r>
              <a:rPr lang="en-US" dirty="0"/>
              <a:t>e. double d = 1.4e3f; </a:t>
            </a:r>
            <a:endParaRPr lang="ko-KR" altLang="en-US" dirty="0"/>
          </a:p>
          <a:p>
            <a:pPr latinLnBrk="0"/>
            <a:r>
              <a:rPr lang="en-US" dirty="0"/>
              <a:t> </a:t>
            </a:r>
            <a:endParaRPr lang="ko-KR" altLang="en-US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연산자 연습문제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6439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b="1" dirty="0" smtClean="0"/>
              <a:t>다음의 결과값을 적성하시오</a:t>
            </a:r>
            <a:endParaRPr lang="en-US" altLang="ko-KR" b="1" dirty="0" smtClean="0"/>
          </a:p>
          <a:p>
            <a:pPr marL="342900" indent="-342900"/>
            <a:endParaRPr lang="en-US" altLang="ko-KR" dirty="0" smtClean="0"/>
          </a:p>
          <a:p>
            <a:r>
              <a:rPr lang="en-US" altLang="ko-KR" dirty="0" smtClean="0"/>
              <a:t>public 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a; 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b;   </a:t>
            </a:r>
          </a:p>
          <a:p>
            <a:r>
              <a:rPr lang="en-US" altLang="ko-KR" dirty="0" smtClean="0"/>
              <a:t>   a=3; 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b=a+5;     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dirty="0" err="1" smtClean="0"/>
              <a:t>System.out.printf</a:t>
            </a:r>
            <a:r>
              <a:rPr lang="en-US" altLang="ko-KR" dirty="0" smtClean="0"/>
              <a:t>("a</a:t>
            </a:r>
            <a:r>
              <a:rPr lang="ko-KR" altLang="en-US" dirty="0" smtClean="0"/>
              <a:t>의 값</a:t>
            </a:r>
            <a:r>
              <a:rPr lang="en-US" altLang="ko-KR" dirty="0" smtClean="0"/>
              <a:t>: %d \n", a); 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dirty="0" err="1" smtClean="0"/>
              <a:t>System.out.printf</a:t>
            </a:r>
            <a:r>
              <a:rPr lang="en-US" altLang="ko-KR" dirty="0" smtClean="0"/>
              <a:t>("b</a:t>
            </a:r>
            <a:r>
              <a:rPr lang="ko-KR" altLang="en-US" dirty="0" smtClean="0"/>
              <a:t>의 값</a:t>
            </a:r>
            <a:r>
              <a:rPr lang="en-US" altLang="ko-KR" dirty="0" smtClean="0"/>
              <a:t>: %d \n", b);   a=3, b=8   </a:t>
            </a:r>
          </a:p>
          <a:p>
            <a:r>
              <a:rPr lang="en-US" altLang="ko-KR" dirty="0" smtClean="0"/>
              <a:t>}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4071942"/>
            <a:ext cx="3643338" cy="1985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57158" y="3500438"/>
            <a:ext cx="450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메모리에 저장과정 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285728"/>
            <a:ext cx="81439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연산자와 </a:t>
            </a:r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피연산자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ko-KR" altLang="en-US" dirty="0" smtClean="0"/>
              <a:t> </a:t>
            </a:r>
            <a:endParaRPr lang="en-US" altLang="ko-KR" dirty="0" smtClean="0"/>
          </a:p>
          <a:p>
            <a:pPr>
              <a:buFontTx/>
              <a:buChar char="-"/>
            </a:pPr>
            <a:r>
              <a:rPr lang="ko-KR" altLang="en-US" dirty="0" smtClean="0"/>
              <a:t>연산자</a:t>
            </a:r>
            <a:r>
              <a:rPr lang="en-US" altLang="ko-KR" dirty="0" smtClean="0"/>
              <a:t>(Operator): </a:t>
            </a:r>
            <a:r>
              <a:rPr lang="ko-KR" altLang="en-US" dirty="0" smtClean="0"/>
              <a:t>연산을 수행하는 기호</a:t>
            </a:r>
            <a:endParaRPr lang="en-US" altLang="ko-KR" dirty="0" smtClean="0"/>
          </a:p>
          <a:p>
            <a:endParaRPr lang="en-US" altLang="ko-KR" dirty="0" smtClean="0"/>
          </a:p>
          <a:p>
            <a:pPr>
              <a:buFontTx/>
              <a:buChar char="-"/>
            </a:pPr>
            <a:r>
              <a:rPr lang="en-US" altLang="ko-KR" dirty="0" smtClean="0"/>
              <a:t> </a:t>
            </a:r>
            <a:r>
              <a:rPr lang="ko-KR" altLang="en-US" dirty="0" err="1" smtClean="0"/>
              <a:t>피연산자</a:t>
            </a:r>
            <a:r>
              <a:rPr lang="en-US" altLang="ko-KR" dirty="0" smtClean="0"/>
              <a:t>(Operand): </a:t>
            </a:r>
            <a:r>
              <a:rPr lang="ko-KR" altLang="en-US" dirty="0" smtClean="0"/>
              <a:t>연산에 참여하는 변수나 상수 값</a:t>
            </a:r>
          </a:p>
          <a:p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857364"/>
            <a:ext cx="40767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2) </a:t>
            </a:r>
            <a:r>
              <a:rPr lang="ko-KR" altLang="en-US" b="1" dirty="0" smtClean="0"/>
              <a:t>다음 결과값을 작성하시오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n-US" altLang="ko-KR" dirty="0" smtClean="0"/>
              <a:t>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a, b;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a = 6;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b = 2; 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System.out.printf</a:t>
            </a:r>
            <a:r>
              <a:rPr lang="en-US" altLang="ko-KR" dirty="0" smtClean="0"/>
              <a:t>("</a:t>
            </a:r>
            <a:r>
              <a:rPr lang="ko-KR" altLang="en-US" dirty="0" smtClean="0"/>
              <a:t>덧셈 연산 결과</a:t>
            </a:r>
            <a:r>
              <a:rPr lang="en-US" altLang="ko-KR" dirty="0" smtClean="0"/>
              <a:t>: %d \n", </a:t>
            </a:r>
            <a:r>
              <a:rPr lang="en-US" altLang="ko-KR" dirty="0" err="1" smtClean="0"/>
              <a:t>a+b</a:t>
            </a:r>
            <a:r>
              <a:rPr lang="en-US" altLang="ko-KR" dirty="0" smtClean="0"/>
              <a:t>); 8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System.out.printf</a:t>
            </a:r>
            <a:r>
              <a:rPr lang="en-US" altLang="ko-KR" dirty="0" smtClean="0"/>
              <a:t>("</a:t>
            </a:r>
            <a:r>
              <a:rPr lang="ko-KR" altLang="en-US" dirty="0" smtClean="0"/>
              <a:t>뺄셈 연산 결과</a:t>
            </a:r>
            <a:r>
              <a:rPr lang="en-US" altLang="ko-KR" dirty="0" smtClean="0"/>
              <a:t>: %d \n", a-b);  4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System.out.printf</a:t>
            </a:r>
            <a:r>
              <a:rPr lang="en-US" altLang="ko-KR" dirty="0" smtClean="0"/>
              <a:t>("</a:t>
            </a:r>
            <a:r>
              <a:rPr lang="ko-KR" altLang="en-US" dirty="0" smtClean="0"/>
              <a:t>곱셈 연산 결과</a:t>
            </a:r>
            <a:r>
              <a:rPr lang="en-US" altLang="ko-KR" dirty="0" smtClean="0"/>
              <a:t>: %d \n", a*b);  12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System.out.printf</a:t>
            </a:r>
            <a:r>
              <a:rPr lang="en-US" altLang="ko-KR" dirty="0" smtClean="0"/>
              <a:t>("</a:t>
            </a:r>
            <a:r>
              <a:rPr lang="ko-KR" altLang="en-US" dirty="0" smtClean="0"/>
              <a:t>나누기 연산 결과</a:t>
            </a:r>
            <a:r>
              <a:rPr lang="en-US" altLang="ko-KR" dirty="0" smtClean="0"/>
              <a:t>: %d \n", a/b); 3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System.out.printf</a:t>
            </a:r>
            <a:r>
              <a:rPr lang="en-US" altLang="ko-KR" dirty="0" smtClean="0"/>
              <a:t>("</a:t>
            </a:r>
            <a:r>
              <a:rPr lang="ko-KR" altLang="en-US" dirty="0" smtClean="0"/>
              <a:t>나머지 연산 결과</a:t>
            </a:r>
            <a:r>
              <a:rPr lang="en-US" altLang="ko-KR" dirty="0" smtClean="0"/>
              <a:t>: %d \n", </a:t>
            </a:r>
            <a:r>
              <a:rPr lang="en-US" altLang="ko-KR" dirty="0" err="1" smtClean="0"/>
              <a:t>a%b</a:t>
            </a:r>
            <a:r>
              <a:rPr lang="en-US" altLang="ko-KR" dirty="0" smtClean="0"/>
              <a:t>); 0</a:t>
            </a:r>
          </a:p>
          <a:p>
            <a:r>
              <a:rPr lang="en-US" altLang="ko-KR" dirty="0" smtClean="0"/>
              <a:t>}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</a:t>
            </a:r>
            <a:r>
              <a:rPr lang="en-US" altLang="ko-KR" b="1" dirty="0" smtClean="0"/>
              <a:t>) </a:t>
            </a:r>
            <a:r>
              <a:rPr lang="ko-KR" altLang="en-US" b="1" dirty="0" smtClean="0"/>
              <a:t>다음 결과값을 작성하시오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n-US" altLang="ko-KR" dirty="0" smtClean="0"/>
              <a:t>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  </a:t>
            </a:r>
          </a:p>
          <a:p>
            <a:r>
              <a:rPr lang="en-US" altLang="ko-KR" dirty="0" smtClean="0"/>
              <a:t>   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num1, num2; 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num1 = 10/3;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 // '</a:t>
            </a:r>
            <a:r>
              <a:rPr lang="ko-KR" altLang="en-US" dirty="0" smtClean="0"/>
              <a:t>몫</a:t>
            </a:r>
            <a:r>
              <a:rPr lang="en-US" altLang="ko-KR" dirty="0" smtClean="0"/>
              <a:t>' </a:t>
            </a:r>
            <a:r>
              <a:rPr lang="ko-KR" altLang="en-US" dirty="0" smtClean="0"/>
              <a:t>출력  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num2 = 10%3;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 // '</a:t>
            </a:r>
            <a:r>
              <a:rPr lang="ko-KR" altLang="en-US" dirty="0" smtClean="0"/>
              <a:t>나머지</a:t>
            </a:r>
            <a:r>
              <a:rPr lang="en-US" altLang="ko-KR" dirty="0" smtClean="0"/>
              <a:t>' </a:t>
            </a:r>
            <a:r>
              <a:rPr lang="ko-KR" altLang="en-US" dirty="0" smtClean="0"/>
              <a:t>출력</a:t>
            </a:r>
          </a:p>
          <a:p>
            <a:r>
              <a:rPr lang="ko-KR" altLang="en-US" dirty="0" smtClean="0"/>
              <a:t>   </a:t>
            </a:r>
            <a:r>
              <a:rPr lang="en-US" altLang="ko-KR" dirty="0" err="1" smtClean="0"/>
              <a:t>System.out.printf</a:t>
            </a:r>
            <a:r>
              <a:rPr lang="en-US" altLang="ko-KR" dirty="0" smtClean="0"/>
              <a:t>("      </a:t>
            </a:r>
            <a:r>
              <a:rPr lang="ko-KR" altLang="en-US" dirty="0" smtClean="0"/>
              <a:t>몫</a:t>
            </a:r>
            <a:r>
              <a:rPr lang="en-US" altLang="ko-KR" dirty="0" smtClean="0"/>
              <a:t>: %d \n", num1); 3  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en-US" altLang="ko-KR" dirty="0" err="1" smtClean="0"/>
              <a:t>System.out.printf</a:t>
            </a:r>
            <a:r>
              <a:rPr lang="en-US" altLang="ko-KR" dirty="0" smtClean="0"/>
              <a:t>("</a:t>
            </a:r>
            <a:r>
              <a:rPr lang="ko-KR" altLang="en-US" dirty="0" smtClean="0"/>
              <a:t>나머지</a:t>
            </a:r>
            <a:r>
              <a:rPr lang="en-US" altLang="ko-KR" dirty="0" smtClean="0"/>
              <a:t>: %d \n", num2); 1</a:t>
            </a:r>
          </a:p>
          <a:p>
            <a:r>
              <a:rPr lang="en-US" altLang="ko-KR" dirty="0" smtClean="0"/>
              <a:t>}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4) </a:t>
            </a:r>
            <a:r>
              <a:rPr lang="ko-KR" altLang="en-US" b="1" dirty="0" smtClean="0"/>
              <a:t>다음 결과값을 작성하시오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n-US" altLang="ko-KR" dirty="0" smtClean="0"/>
              <a:t>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pt-BR" altLang="ko-KR" dirty="0" smtClean="0"/>
              <a:t>int num1=1, num2=2, num3=3, num4=4, num5=5;     </a:t>
            </a:r>
          </a:p>
          <a:p>
            <a:r>
              <a:rPr lang="pt-BR" altLang="ko-KR" dirty="0"/>
              <a:t> </a:t>
            </a:r>
            <a:r>
              <a:rPr lang="pt-BR" altLang="ko-KR" dirty="0" smtClean="0"/>
              <a:t>    num1 = num1 +    num2;</a:t>
            </a:r>
          </a:p>
          <a:p>
            <a:r>
              <a:rPr lang="pt-BR" altLang="ko-KR" dirty="0" smtClean="0"/>
              <a:t>     num2 = num2 - 2;     </a:t>
            </a:r>
          </a:p>
          <a:p>
            <a:r>
              <a:rPr lang="pt-BR" altLang="ko-KR" dirty="0" smtClean="0"/>
              <a:t>     num3 = num3 * 2;     </a:t>
            </a:r>
          </a:p>
          <a:p>
            <a:r>
              <a:rPr lang="pt-BR" altLang="ko-KR" dirty="0" smtClean="0"/>
              <a:t>     num4 = num4 / 2;     </a:t>
            </a:r>
          </a:p>
          <a:p>
            <a:r>
              <a:rPr lang="pt-BR" altLang="ko-KR" dirty="0" smtClean="0"/>
              <a:t>     num5 = num5 % 2;     </a:t>
            </a:r>
          </a:p>
          <a:p>
            <a:r>
              <a:rPr lang="pt-BR" altLang="ko-KR" dirty="0" smtClean="0"/>
              <a:t>     System.out.printf("%d, %d, %d, %d, %d \n",num1,num2,num3,num4,num5); </a:t>
            </a:r>
            <a:r>
              <a:rPr lang="en-US" altLang="ko-KR" dirty="0" smtClean="0"/>
              <a:t>  </a:t>
            </a:r>
          </a:p>
          <a:p>
            <a:r>
              <a:rPr lang="en-US" altLang="ko-KR" dirty="0" smtClean="0"/>
              <a:t>}</a:t>
            </a:r>
          </a:p>
          <a:p>
            <a:r>
              <a:rPr lang="en-US" altLang="ko-KR" dirty="0" smtClean="0"/>
              <a:t>     3, 0, 6, 2, 1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5</a:t>
            </a:r>
            <a:r>
              <a:rPr lang="en-US" altLang="ko-KR" b="1" dirty="0" smtClean="0"/>
              <a:t>) </a:t>
            </a:r>
            <a:r>
              <a:rPr lang="ko-KR" altLang="en-US" b="1" dirty="0" smtClean="0"/>
              <a:t>다음 결과값을 작성하시오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n-US" altLang="ko-KR" dirty="0" smtClean="0"/>
              <a:t>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</a:t>
            </a:r>
          </a:p>
          <a:p>
            <a:r>
              <a:rPr lang="pt-BR" altLang="ko-KR" dirty="0" smtClean="0"/>
              <a:t>      int num1=10;   </a:t>
            </a:r>
          </a:p>
          <a:p>
            <a:r>
              <a:rPr lang="pt-BR" altLang="ko-KR" dirty="0"/>
              <a:t> </a:t>
            </a:r>
            <a:r>
              <a:rPr lang="pt-BR" altLang="ko-KR" dirty="0" smtClean="0"/>
              <a:t>     System.out.printf("%d \n", num1);</a:t>
            </a:r>
          </a:p>
          <a:p>
            <a:r>
              <a:rPr lang="pt-BR" altLang="ko-KR" dirty="0" smtClean="0"/>
              <a:t>      num1++;</a:t>
            </a:r>
          </a:p>
          <a:p>
            <a:r>
              <a:rPr lang="pt-BR" altLang="ko-KR" dirty="0" smtClean="0"/>
              <a:t>      System.out.printf("%d \n", num1);</a:t>
            </a:r>
          </a:p>
          <a:p>
            <a:r>
              <a:rPr lang="en-US" altLang="ko-KR" dirty="0" smtClean="0"/>
              <a:t>      ++</a:t>
            </a:r>
            <a:r>
              <a:rPr lang="pt-BR" altLang="ko-KR" dirty="0" smtClean="0"/>
              <a:t>num1;</a:t>
            </a:r>
          </a:p>
          <a:p>
            <a:r>
              <a:rPr lang="pt-BR" altLang="ko-KR" dirty="0" smtClean="0"/>
              <a:t>      System.out.printf("%d \n", num1);</a:t>
            </a:r>
          </a:p>
          <a:p>
            <a:r>
              <a:rPr lang="en-US" altLang="ko-KR" dirty="0" smtClean="0"/>
              <a:t>      --</a:t>
            </a:r>
            <a:r>
              <a:rPr lang="pt-BR" altLang="ko-KR" dirty="0" smtClean="0"/>
              <a:t>num1;</a:t>
            </a:r>
          </a:p>
          <a:p>
            <a:r>
              <a:rPr lang="pt-BR" altLang="ko-KR" dirty="0" smtClean="0"/>
              <a:t>      System.out.printf("%d \n", num1);</a:t>
            </a:r>
          </a:p>
          <a:p>
            <a:r>
              <a:rPr lang="pt-BR" altLang="ko-KR" dirty="0" smtClean="0"/>
              <a:t>      num1--;</a:t>
            </a:r>
          </a:p>
          <a:p>
            <a:r>
              <a:rPr lang="pt-BR" altLang="ko-KR" dirty="0" smtClean="0"/>
              <a:t>      System.out.printf("%d \n", num1);</a:t>
            </a:r>
          </a:p>
          <a:p>
            <a:r>
              <a:rPr lang="en-US" altLang="ko-KR" dirty="0" smtClean="0"/>
              <a:t>}</a:t>
            </a:r>
          </a:p>
          <a:p>
            <a:r>
              <a:rPr lang="en-US" altLang="ko-KR" dirty="0" smtClean="0"/>
              <a:t>      10, 11, 12, 11, 10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6</a:t>
            </a:r>
            <a:r>
              <a:rPr lang="en-US" altLang="ko-KR" b="1" dirty="0" smtClean="0"/>
              <a:t>) </a:t>
            </a:r>
            <a:r>
              <a:rPr lang="ko-KR" altLang="en-US" b="1" dirty="0" smtClean="0"/>
              <a:t>다음 결과값을 작성하시오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n-US" altLang="ko-KR" dirty="0" smtClean="0"/>
              <a:t>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</a:t>
            </a:r>
          </a:p>
          <a:p>
            <a:r>
              <a:rPr lang="pt-BR" altLang="ko-KR" dirty="0" smtClean="0"/>
              <a:t>       int num1=10, num2=10;   </a:t>
            </a:r>
          </a:p>
          <a:p>
            <a:r>
              <a:rPr lang="pt-BR" altLang="ko-KR" dirty="0"/>
              <a:t> </a:t>
            </a:r>
            <a:r>
              <a:rPr lang="pt-BR" altLang="ko-KR" dirty="0" smtClean="0"/>
              <a:t>      int a, b;   </a:t>
            </a:r>
          </a:p>
          <a:p>
            <a:r>
              <a:rPr lang="pt-BR" altLang="ko-KR" dirty="0"/>
              <a:t> </a:t>
            </a:r>
            <a:r>
              <a:rPr lang="pt-BR" altLang="ko-KR" dirty="0" smtClean="0"/>
              <a:t>      a = ++num1;</a:t>
            </a:r>
          </a:p>
          <a:p>
            <a:r>
              <a:rPr lang="pt-BR" altLang="ko-KR" dirty="0" smtClean="0"/>
              <a:t>       b = num2++;</a:t>
            </a:r>
          </a:p>
          <a:p>
            <a:endParaRPr lang="pt-BR" altLang="ko-KR" dirty="0" smtClean="0"/>
          </a:p>
          <a:p>
            <a:r>
              <a:rPr lang="pt-BR" altLang="ko-KR" dirty="0" smtClean="0"/>
              <a:t>       System.out.printf("%d, %d \n", b, num2);</a:t>
            </a:r>
          </a:p>
          <a:p>
            <a:r>
              <a:rPr lang="en-US" altLang="ko-KR" dirty="0" smtClean="0"/>
              <a:t>}</a:t>
            </a:r>
          </a:p>
          <a:p>
            <a:r>
              <a:rPr lang="en-US" altLang="ko-KR" dirty="0" smtClean="0"/>
              <a:t>       a= 11, b=10</a:t>
            </a:r>
          </a:p>
          <a:p>
            <a:r>
              <a:rPr lang="en-US" altLang="ko-KR" dirty="0" smtClean="0"/>
              <a:t>       num1=11, num2=11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7) </a:t>
            </a:r>
            <a:r>
              <a:rPr lang="ko-KR" altLang="en-US" b="1" dirty="0" smtClean="0"/>
              <a:t>다음 결과값을 작성하시오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n-US" altLang="ko-KR" dirty="0" smtClean="0"/>
              <a:t>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</a:t>
            </a:r>
          </a:p>
          <a:p>
            <a:r>
              <a:rPr lang="pt-BR" altLang="ko-KR" dirty="0" smtClean="0"/>
              <a:t>        int num1=10, num2=10;   </a:t>
            </a:r>
          </a:p>
          <a:p>
            <a:r>
              <a:rPr lang="pt-BR" altLang="ko-KR" dirty="0"/>
              <a:t> </a:t>
            </a:r>
            <a:r>
              <a:rPr lang="pt-BR" altLang="ko-KR" dirty="0" smtClean="0"/>
              <a:t>       int a, b;   </a:t>
            </a:r>
          </a:p>
          <a:p>
            <a:r>
              <a:rPr lang="pt-BR" altLang="ko-KR" dirty="0"/>
              <a:t> </a:t>
            </a:r>
            <a:r>
              <a:rPr lang="pt-BR" altLang="ko-KR" dirty="0" smtClean="0"/>
              <a:t>       num1 = num1 + 1;</a:t>
            </a:r>
          </a:p>
          <a:p>
            <a:r>
              <a:rPr lang="pt-BR" altLang="ko-KR" dirty="0"/>
              <a:t> </a:t>
            </a:r>
            <a:r>
              <a:rPr lang="pt-BR" altLang="ko-KR" dirty="0" smtClean="0"/>
              <a:t>       a = num1;</a:t>
            </a:r>
          </a:p>
          <a:p>
            <a:r>
              <a:rPr lang="pt-BR" altLang="ko-KR" dirty="0"/>
              <a:t> </a:t>
            </a:r>
            <a:r>
              <a:rPr lang="pt-BR" altLang="ko-KR" dirty="0" smtClean="0"/>
              <a:t>       System.out.printf("%d, %d \n", a, num1);</a:t>
            </a:r>
          </a:p>
          <a:p>
            <a:r>
              <a:rPr lang="pt-BR" altLang="ko-KR" dirty="0" smtClean="0"/>
              <a:t>        b = num2;</a:t>
            </a:r>
          </a:p>
          <a:p>
            <a:r>
              <a:rPr lang="pt-BR" altLang="ko-KR" dirty="0" smtClean="0"/>
              <a:t>        num2 = num2 + 1;</a:t>
            </a:r>
          </a:p>
          <a:p>
            <a:r>
              <a:rPr lang="pt-BR" altLang="ko-KR" dirty="0" smtClean="0"/>
              <a:t>        System.out.printf("%d, %d \n", b, num2);</a:t>
            </a:r>
          </a:p>
          <a:p>
            <a:r>
              <a:rPr lang="en-US" altLang="ko-KR" dirty="0" smtClean="0"/>
              <a:t>}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a=10, b=10</a:t>
            </a:r>
          </a:p>
          <a:p>
            <a:r>
              <a:rPr lang="en-US" altLang="ko-KR" dirty="0" smtClean="0"/>
              <a:t>       num1=11, num2=11</a:t>
            </a:r>
          </a:p>
          <a:p>
            <a:r>
              <a:rPr lang="en-US" altLang="ko-KR" dirty="0" smtClean="0"/>
              <a:t>       10, 11</a:t>
            </a:r>
          </a:p>
          <a:p>
            <a:r>
              <a:rPr lang="en-US" altLang="ko-KR" dirty="0" smtClean="0"/>
              <a:t>       10, 11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8</a:t>
            </a:r>
            <a:r>
              <a:rPr lang="en-US" altLang="ko-KR" b="1" dirty="0" smtClean="0"/>
              <a:t>) </a:t>
            </a:r>
            <a:r>
              <a:rPr lang="ko-KR" altLang="en-US" b="1" dirty="0" smtClean="0"/>
              <a:t>다음 결과값을 작성하시오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n-US" altLang="ko-KR" dirty="0" smtClean="0"/>
              <a:t>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</a:t>
            </a:r>
          </a:p>
          <a:p>
            <a:r>
              <a:rPr lang="pt-BR" altLang="ko-KR" dirty="0" smtClean="0"/>
              <a:t>    int num1=10, num2=10;</a:t>
            </a:r>
          </a:p>
          <a:p>
            <a:r>
              <a:rPr lang="pt-BR" altLang="ko-KR" dirty="0" smtClean="0"/>
              <a:t>    System.out.printf("%d \n", ++num1);</a:t>
            </a:r>
          </a:p>
          <a:p>
            <a:r>
              <a:rPr lang="pt-BR" altLang="ko-KR" dirty="0" smtClean="0"/>
              <a:t>    System.out.printf("%d \n", num1);</a:t>
            </a:r>
          </a:p>
          <a:p>
            <a:r>
              <a:rPr lang="pt-BR" altLang="ko-KR" dirty="0" smtClean="0"/>
              <a:t>    System.out.printf("%d \n", num2++);</a:t>
            </a:r>
          </a:p>
          <a:p>
            <a:r>
              <a:rPr lang="pt-BR" altLang="ko-KR" dirty="0" smtClean="0"/>
              <a:t>    System.out.printf("%d \n", num2);</a:t>
            </a:r>
          </a:p>
          <a:p>
            <a:r>
              <a:rPr lang="en-US" altLang="ko-KR" dirty="0" smtClean="0"/>
              <a:t>}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11, 10, 10, 10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9) </a:t>
            </a:r>
            <a:r>
              <a:rPr lang="ko-KR" altLang="en-US" b="1" dirty="0" smtClean="0"/>
              <a:t>다음 결과값을 작성하시오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n-US" altLang="ko-KR" dirty="0" smtClean="0"/>
              <a:t>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</a:t>
            </a:r>
          </a:p>
          <a:p>
            <a:r>
              <a:rPr lang="pt-BR" altLang="ko-KR" dirty="0" smtClean="0"/>
              <a:t>    int num1=10, num2=10;</a:t>
            </a:r>
          </a:p>
          <a:p>
            <a:r>
              <a:rPr lang="pt-BR" altLang="ko-KR" dirty="0" smtClean="0"/>
              <a:t>    System.out.printf("%d \n", ++num1);</a:t>
            </a:r>
          </a:p>
          <a:p>
            <a:r>
              <a:rPr lang="pt-BR" altLang="ko-KR" dirty="0" smtClean="0"/>
              <a:t>    System.out.printf("%d \n", num1);</a:t>
            </a:r>
          </a:p>
          <a:p>
            <a:r>
              <a:rPr lang="pt-BR" altLang="ko-KR" dirty="0" smtClean="0"/>
              <a:t>    System.out.printf("%d \n", num2++);</a:t>
            </a:r>
          </a:p>
          <a:p>
            <a:r>
              <a:rPr lang="pt-BR" altLang="ko-KR" dirty="0" smtClean="0"/>
              <a:t>    System.out.printf("%d \n", num2);</a:t>
            </a:r>
          </a:p>
          <a:p>
            <a:r>
              <a:rPr lang="en-US" altLang="ko-KR" dirty="0" smtClean="0"/>
              <a:t>}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10) </a:t>
            </a:r>
            <a:r>
              <a:rPr lang="ko-KR" altLang="en-US" b="1" dirty="0" smtClean="0"/>
              <a:t>다음 결과값을 작성하시오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n-US" altLang="ko-KR" dirty="0" smtClean="0"/>
              <a:t>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</a:t>
            </a:r>
          </a:p>
          <a:p>
            <a:r>
              <a:rPr lang="pt-BR" altLang="ko-KR" dirty="0" smtClean="0"/>
              <a:t>    </a:t>
            </a:r>
            <a:r>
              <a:rPr lang="pt-BR" dirty="0" smtClean="0"/>
              <a:t>int num1 = 2;</a:t>
            </a:r>
          </a:p>
          <a:p>
            <a:r>
              <a:rPr lang="pt-BR" dirty="0"/>
              <a:t> </a:t>
            </a:r>
            <a:r>
              <a:rPr lang="pt-BR" dirty="0" smtClean="0"/>
              <a:t>   int num2 = 7;</a:t>
            </a:r>
          </a:p>
          <a:p>
            <a:r>
              <a:rPr lang="pt-BR" dirty="0"/>
              <a:t> </a:t>
            </a:r>
            <a:r>
              <a:rPr lang="pt-BR" dirty="0" smtClean="0"/>
              <a:t>   int num3; </a:t>
            </a:r>
          </a:p>
          <a:p>
            <a:r>
              <a:rPr lang="pt-BR" dirty="0"/>
              <a:t> </a:t>
            </a:r>
            <a:r>
              <a:rPr lang="pt-BR" dirty="0" smtClean="0"/>
              <a:t>   int num4; </a:t>
            </a:r>
          </a:p>
          <a:p>
            <a:r>
              <a:rPr lang="pt-BR" dirty="0"/>
              <a:t> </a:t>
            </a:r>
            <a:r>
              <a:rPr lang="pt-BR" dirty="0" smtClean="0"/>
              <a:t>   num1++; </a:t>
            </a:r>
          </a:p>
          <a:p>
            <a:r>
              <a:rPr lang="pt-BR" dirty="0"/>
              <a:t> </a:t>
            </a:r>
            <a:r>
              <a:rPr lang="pt-BR" dirty="0" smtClean="0"/>
              <a:t>   num3 = --num1; </a:t>
            </a:r>
          </a:p>
          <a:p>
            <a:r>
              <a:rPr lang="pt-BR" dirty="0"/>
              <a:t> </a:t>
            </a:r>
            <a:r>
              <a:rPr lang="pt-BR" dirty="0" smtClean="0"/>
              <a:t>   --num2; </a:t>
            </a:r>
          </a:p>
          <a:p>
            <a:r>
              <a:rPr lang="pt-BR" dirty="0"/>
              <a:t> </a:t>
            </a:r>
            <a:r>
              <a:rPr lang="pt-BR" dirty="0" smtClean="0"/>
              <a:t>   num4 = num2++; </a:t>
            </a:r>
          </a:p>
          <a:p>
            <a:r>
              <a:rPr lang="pt-BR" dirty="0"/>
              <a:t> </a:t>
            </a:r>
            <a:r>
              <a:rPr lang="pt-BR" dirty="0" smtClean="0"/>
              <a:t>   System.out.printf("%d\n", num3);</a:t>
            </a:r>
          </a:p>
          <a:p>
            <a:r>
              <a:rPr lang="pt-BR" dirty="0"/>
              <a:t> </a:t>
            </a:r>
            <a:r>
              <a:rPr lang="pt-BR" dirty="0" smtClean="0"/>
              <a:t>   System.out.printf("%d\n", num4); </a:t>
            </a:r>
          </a:p>
          <a:p>
            <a:r>
              <a:rPr lang="en-US" altLang="ko-KR" dirty="0" smtClean="0"/>
              <a:t>}</a:t>
            </a:r>
          </a:p>
          <a:p>
            <a:r>
              <a:rPr lang="en-US" altLang="ko-KR" dirty="0" smtClean="0"/>
              <a:t>    num1=3, num2=6, num3=1, num4=7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11) </a:t>
            </a:r>
            <a:r>
              <a:rPr lang="ko-KR" altLang="en-US" b="1" dirty="0" smtClean="0"/>
              <a:t>다음 결과값을 작성하시오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n-US" altLang="ko-KR" dirty="0" smtClean="0"/>
              <a:t>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    </a:t>
            </a:r>
            <a:r>
              <a:rPr lang="en-US" b="1" dirty="0" err="1"/>
              <a:t>int</a:t>
            </a:r>
            <a:r>
              <a:rPr lang="en-US" dirty="0" smtClean="0"/>
              <a:t> re = 0;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    </a:t>
            </a:r>
            <a:r>
              <a:rPr lang="en-US" dirty="0" err="1" smtClean="0"/>
              <a:t>i</a:t>
            </a:r>
            <a:r>
              <a:rPr lang="en-US" dirty="0" smtClean="0"/>
              <a:t>=3;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    re = ++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    </a:t>
            </a:r>
            <a:r>
              <a:rPr lang="en-US" dirty="0" err="1" smtClean="0"/>
              <a:t>System.</a:t>
            </a:r>
            <a:r>
              <a:rPr lang="en-US" i="1" dirty="0" err="1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</a:t>
            </a:r>
            <a:r>
              <a:rPr lang="en-US" dirty="0"/>
              <a:t>"re:"</a:t>
            </a:r>
            <a:r>
              <a:rPr lang="en-US" dirty="0" smtClean="0"/>
              <a:t>+re + </a:t>
            </a:r>
            <a:r>
              <a:rPr lang="en-US" dirty="0"/>
              <a:t>", </a:t>
            </a:r>
            <a:r>
              <a:rPr lang="en-US" dirty="0" err="1"/>
              <a:t>i</a:t>
            </a:r>
            <a:r>
              <a:rPr lang="en-US" dirty="0"/>
              <a:t>:"</a:t>
            </a:r>
            <a:r>
              <a:rPr lang="en-US" dirty="0" smtClean="0"/>
              <a:t>+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    </a:t>
            </a:r>
            <a:r>
              <a:rPr lang="en-US" dirty="0" err="1" smtClean="0"/>
              <a:t>i</a:t>
            </a:r>
            <a:r>
              <a:rPr lang="en-US" dirty="0" smtClean="0"/>
              <a:t> = 3;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    re = </a:t>
            </a:r>
            <a:r>
              <a:rPr lang="en-US" dirty="0" err="1" smtClean="0"/>
              <a:t>i</a:t>
            </a:r>
            <a:r>
              <a:rPr lang="en-US" dirty="0" smtClean="0"/>
              <a:t>++;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    </a:t>
            </a:r>
            <a:r>
              <a:rPr lang="en-US" dirty="0" err="1" smtClean="0"/>
              <a:t>System.</a:t>
            </a:r>
            <a:r>
              <a:rPr lang="en-US" i="1" dirty="0" err="1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</a:t>
            </a:r>
            <a:r>
              <a:rPr lang="en-US" dirty="0"/>
              <a:t>"re:"</a:t>
            </a:r>
            <a:r>
              <a:rPr lang="en-US" dirty="0" smtClean="0"/>
              <a:t>+re + </a:t>
            </a:r>
            <a:r>
              <a:rPr lang="en-US" dirty="0"/>
              <a:t>", </a:t>
            </a:r>
            <a:r>
              <a:rPr lang="en-US" dirty="0" err="1"/>
              <a:t>i</a:t>
            </a:r>
            <a:r>
              <a:rPr lang="en-US" dirty="0"/>
              <a:t>:"</a:t>
            </a:r>
            <a:r>
              <a:rPr lang="en-US" dirty="0" smtClean="0"/>
              <a:t>+</a:t>
            </a:r>
            <a:r>
              <a:rPr lang="en-US" dirty="0" err="1" smtClean="0"/>
              <a:t>i</a:t>
            </a:r>
            <a:r>
              <a:rPr lang="en-US" dirty="0" smtClean="0"/>
              <a:t>); </a:t>
            </a:r>
            <a:r>
              <a:rPr lang="en-US" dirty="0"/>
              <a:t/>
            </a:r>
            <a:br>
              <a:rPr lang="en-US" dirty="0"/>
            </a:br>
            <a:endParaRPr lang="pt-BR" dirty="0" smtClean="0"/>
          </a:p>
          <a:p>
            <a:r>
              <a:rPr lang="en-US" altLang="ko-KR" dirty="0" smtClean="0"/>
              <a:t>}</a:t>
            </a:r>
          </a:p>
          <a:p>
            <a:r>
              <a:rPr lang="en-US" altLang="ko-KR" dirty="0" smtClean="0"/>
              <a:t>   re=4, 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=4</a:t>
            </a:r>
          </a:p>
          <a:p>
            <a:r>
              <a:rPr lang="en-US" altLang="ko-KR" dirty="0" smtClean="0"/>
              <a:t>   re=3, 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=4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12) </a:t>
            </a:r>
            <a:r>
              <a:rPr lang="ko-KR" altLang="en-US" b="1" dirty="0" smtClean="0"/>
              <a:t>사용자로부터 두 개의 정수를 입력 받아서 뺄셈과 곱셈 연산의 결과를 출력하는 프로그램을 작성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dirty="0" smtClean="0"/>
              <a:t>public static void main(String[] </a:t>
            </a:r>
            <a:r>
              <a:rPr lang="en-US" altLang="ko-KR" dirty="0" err="1" smtClean="0"/>
              <a:t>arg</a:t>
            </a:r>
            <a:r>
              <a:rPr lang="en-US" altLang="ko-KR" dirty="0" smtClean="0"/>
              <a:t>) </a:t>
            </a:r>
          </a:p>
          <a:p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> Scanner </a:t>
            </a:r>
            <a:r>
              <a:rPr lang="en-US" altLang="ko-KR" dirty="0" smtClean="0"/>
              <a:t>scan=new Scanner(</a:t>
            </a:r>
            <a:r>
              <a:rPr lang="en-US" altLang="ko-KR" dirty="0" err="1" smtClean="0"/>
              <a:t>System.in</a:t>
            </a:r>
            <a:r>
              <a:rPr lang="en-US" altLang="ko-KR" dirty="0" smtClean="0"/>
              <a:t>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System.out.print</a:t>
            </a:r>
            <a:r>
              <a:rPr lang="en-US" altLang="ko-KR" dirty="0" smtClean="0"/>
              <a:t>(“</a:t>
            </a:r>
            <a:r>
              <a:rPr lang="ko-KR" altLang="en-US" dirty="0" err="1" smtClean="0"/>
              <a:t>첫번째</a:t>
            </a:r>
            <a:r>
              <a:rPr lang="ko-KR" altLang="en-US" dirty="0" smtClean="0"/>
              <a:t> 정수</a:t>
            </a:r>
            <a:r>
              <a:rPr lang="en-US" altLang="ko-KR" dirty="0" smtClean="0"/>
              <a:t>:”);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num1=</a:t>
            </a:r>
            <a:r>
              <a:rPr lang="en-US" altLang="ko-KR" dirty="0" err="1" smtClean="0"/>
              <a:t>scan.nextInt</a:t>
            </a:r>
            <a:r>
              <a:rPr lang="en-US" altLang="ko-KR" dirty="0" smtClean="0"/>
              <a:t>();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System.out.print</a:t>
            </a:r>
            <a:r>
              <a:rPr lang="en-US" altLang="ko-KR" dirty="0" smtClean="0"/>
              <a:t>(“</a:t>
            </a:r>
            <a:r>
              <a:rPr lang="ko-KR" altLang="en-US" dirty="0" err="1" smtClean="0"/>
              <a:t>두번째</a:t>
            </a:r>
            <a:r>
              <a:rPr lang="ko-KR" altLang="en-US" dirty="0" smtClean="0"/>
              <a:t> 정수</a:t>
            </a:r>
            <a:r>
              <a:rPr lang="en-US" altLang="ko-KR" dirty="0" smtClean="0"/>
              <a:t>:”);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num2=</a:t>
            </a:r>
            <a:r>
              <a:rPr lang="en-US" altLang="ko-KR" dirty="0" err="1" smtClean="0"/>
              <a:t>scan.nextInt</a:t>
            </a:r>
            <a:r>
              <a:rPr lang="en-US" altLang="ko-KR" dirty="0" smtClean="0"/>
              <a:t>();</a:t>
            </a:r>
          </a:p>
          <a:p>
            <a:r>
              <a:rPr lang="en-US" altLang="ko-KR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System.out.println</a:t>
            </a:r>
            <a:r>
              <a:rPr lang="en-US" altLang="ko-KR" dirty="0" smtClean="0"/>
              <a:t>(“===</a:t>
            </a:r>
            <a:r>
              <a:rPr lang="ko-KR" altLang="en-US" dirty="0" smtClean="0"/>
              <a:t>결과</a:t>
            </a:r>
            <a:r>
              <a:rPr lang="en-US" altLang="ko-KR" dirty="0" smtClean="0"/>
              <a:t>===“);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System.out.print</a:t>
            </a:r>
            <a:r>
              <a:rPr lang="en-US" altLang="ko-KR" dirty="0" smtClean="0"/>
              <a:t>(“%d+%d=%d\n”, num1, num2, num1+num2);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System.out.print</a:t>
            </a:r>
            <a:r>
              <a:rPr lang="en-US" altLang="ko-KR" dirty="0" smtClean="0"/>
              <a:t>(“%</a:t>
            </a:r>
            <a:r>
              <a:rPr lang="en-US" altLang="ko-KR" dirty="0" smtClean="0"/>
              <a:t>d-%d</a:t>
            </a:r>
            <a:r>
              <a:rPr lang="en-US" altLang="ko-KR" dirty="0" smtClean="0"/>
              <a:t>=%d\n”, num1, num2, </a:t>
            </a:r>
            <a:r>
              <a:rPr lang="en-US" altLang="ko-KR" dirty="0" smtClean="0"/>
              <a:t>num1-num2);</a:t>
            </a:r>
          </a:p>
          <a:p>
            <a:r>
              <a:rPr lang="en-US" altLang="ko-KR" dirty="0" smtClean="0"/>
              <a:t> </a:t>
            </a:r>
            <a:r>
              <a:rPr lang="en-US" altLang="ko-KR" dirty="0" err="1" smtClean="0"/>
              <a:t>System.out.print</a:t>
            </a:r>
            <a:r>
              <a:rPr lang="en-US" altLang="ko-KR" dirty="0" smtClean="0"/>
              <a:t>(“%</a:t>
            </a:r>
            <a:r>
              <a:rPr lang="en-US" altLang="ko-KR" dirty="0" smtClean="0"/>
              <a:t>d*%d</a:t>
            </a:r>
            <a:r>
              <a:rPr lang="en-US" altLang="ko-KR" dirty="0" smtClean="0"/>
              <a:t>=%d\n”, num1, num2, </a:t>
            </a:r>
            <a:r>
              <a:rPr lang="en-US" altLang="ko-KR" dirty="0" smtClean="0"/>
              <a:t>num1*num2);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}</a:t>
            </a:r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13) </a:t>
            </a:r>
            <a:r>
              <a:rPr lang="ko-KR" altLang="en-US" b="1" dirty="0" smtClean="0"/>
              <a:t>사용자로부터 세 개의 정수를 </a:t>
            </a:r>
            <a:r>
              <a:rPr lang="ko-KR" altLang="en-US" b="1" dirty="0" err="1" smtClean="0"/>
              <a:t>입력받은</a:t>
            </a:r>
            <a:r>
              <a:rPr lang="ko-KR" altLang="en-US" b="1" dirty="0" smtClean="0"/>
              <a:t> 다음에 곱과 합을 순서대로 진행해서 그 결과를 출력하는 프로그램을 작성해 보 자</a:t>
            </a:r>
            <a:r>
              <a:rPr lang="en-US" altLang="ko-KR" b="1" dirty="0" smtClean="0"/>
              <a:t>. </a:t>
            </a:r>
            <a:r>
              <a:rPr lang="ko-KR" altLang="en-US" b="1" dirty="0" smtClean="0"/>
              <a:t>예를 들어 사용자로부터 순서대로 </a:t>
            </a:r>
            <a:r>
              <a:rPr lang="ko-KR" altLang="en-US" b="1" dirty="0" err="1" smtClean="0"/>
              <a:t>입력받은</a:t>
            </a:r>
            <a:r>
              <a:rPr lang="ko-KR" altLang="en-US" b="1" dirty="0" smtClean="0"/>
              <a:t> 세 개의 정수가 </a:t>
            </a:r>
            <a:r>
              <a:rPr lang="en-US" altLang="ko-KR" b="1" dirty="0" smtClean="0"/>
              <a:t>1, 2, 3 </a:t>
            </a:r>
            <a:r>
              <a:rPr lang="ko-KR" altLang="en-US" b="1" dirty="0" smtClean="0"/>
              <a:t>이라면 </a:t>
            </a:r>
            <a:r>
              <a:rPr lang="en-US" altLang="ko-KR" b="1" dirty="0" smtClean="0"/>
              <a:t>1 * 2 + 3</a:t>
            </a:r>
            <a:r>
              <a:rPr lang="ko-KR" altLang="en-US" b="1" dirty="0" smtClean="0"/>
              <a:t>의 계산 결과를 출력해야 한다</a:t>
            </a:r>
            <a:r>
              <a:rPr lang="en-US" altLang="ko-KR" b="1" dirty="0" smtClean="0"/>
              <a:t>. </a:t>
            </a:r>
            <a:r>
              <a:rPr lang="ko-KR" altLang="en-US" b="1" dirty="0" smtClean="0"/>
              <a:t>단 출력 양식은 다음과 같아야 한다</a:t>
            </a:r>
            <a:r>
              <a:rPr lang="en-US" altLang="ko-KR" b="1" dirty="0" smtClean="0"/>
              <a:t>.</a:t>
            </a:r>
          </a:p>
          <a:p>
            <a:r>
              <a:rPr lang="en-US" altLang="ko-KR" b="1" dirty="0" smtClean="0"/>
              <a:t> </a:t>
            </a:r>
          </a:p>
          <a:p>
            <a:r>
              <a:rPr lang="en-US" altLang="ko-KR" b="1" dirty="0" smtClean="0"/>
              <a:t> Scanner scan=new Scanner(</a:t>
            </a:r>
            <a:r>
              <a:rPr lang="en-US" altLang="ko-KR" b="1" dirty="0" err="1" smtClean="0"/>
              <a:t>System.in</a:t>
            </a:r>
            <a:r>
              <a:rPr lang="en-US" altLang="ko-KR" b="1" dirty="0" smtClean="0"/>
              <a:t>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System.out.print</a:t>
            </a:r>
            <a:r>
              <a:rPr lang="en-US" altLang="ko-KR" b="1" dirty="0" smtClean="0"/>
              <a:t>(“</a:t>
            </a:r>
            <a:r>
              <a:rPr lang="ko-KR" altLang="en-US" b="1" dirty="0" err="1" smtClean="0"/>
              <a:t>첫번째</a:t>
            </a:r>
            <a:r>
              <a:rPr lang="ko-KR" altLang="en-US" b="1" dirty="0" smtClean="0"/>
              <a:t> 정수</a:t>
            </a:r>
            <a:r>
              <a:rPr lang="en-US" altLang="ko-KR" b="1" dirty="0" smtClean="0"/>
              <a:t>:”);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int</a:t>
            </a:r>
            <a:r>
              <a:rPr lang="en-US" altLang="ko-KR" b="1" dirty="0" smtClean="0"/>
              <a:t> num1=</a:t>
            </a:r>
            <a:r>
              <a:rPr lang="en-US" altLang="ko-KR" b="1" dirty="0" err="1" smtClean="0"/>
              <a:t>scan.nextInt</a:t>
            </a:r>
            <a:r>
              <a:rPr lang="en-US" altLang="ko-KR" b="1" dirty="0" smtClean="0"/>
              <a:t>();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System.out.print</a:t>
            </a:r>
            <a:r>
              <a:rPr lang="en-US" altLang="ko-KR" b="1" dirty="0" smtClean="0"/>
              <a:t>(“</a:t>
            </a:r>
            <a:r>
              <a:rPr lang="ko-KR" altLang="en-US" b="1" dirty="0" err="1" smtClean="0"/>
              <a:t>두번째</a:t>
            </a:r>
            <a:r>
              <a:rPr lang="ko-KR" altLang="en-US" b="1" dirty="0" smtClean="0"/>
              <a:t> 정수</a:t>
            </a:r>
            <a:r>
              <a:rPr lang="en-US" altLang="ko-KR" b="1" dirty="0" smtClean="0"/>
              <a:t>:”);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int</a:t>
            </a:r>
            <a:r>
              <a:rPr lang="en-US" altLang="ko-KR" b="1" dirty="0" smtClean="0"/>
              <a:t> num2=</a:t>
            </a:r>
            <a:r>
              <a:rPr lang="en-US" altLang="ko-KR" b="1" dirty="0" err="1" smtClean="0"/>
              <a:t>scan.nextInt</a:t>
            </a:r>
            <a:r>
              <a:rPr lang="en-US" altLang="ko-KR" b="1" dirty="0" smtClean="0"/>
              <a:t>();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System.out.print</a:t>
            </a:r>
            <a:r>
              <a:rPr lang="en-US" altLang="ko-KR" b="1" dirty="0" smtClean="0"/>
              <a:t>(“</a:t>
            </a:r>
            <a:r>
              <a:rPr lang="ko-KR" altLang="en-US" b="1" dirty="0" err="1" smtClean="0"/>
              <a:t>세번째</a:t>
            </a:r>
            <a:r>
              <a:rPr lang="ko-KR" altLang="en-US" b="1" dirty="0" smtClean="0"/>
              <a:t> 정수</a:t>
            </a:r>
            <a:r>
              <a:rPr lang="en-US" altLang="ko-KR" b="1" dirty="0" smtClean="0"/>
              <a:t>:”);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int</a:t>
            </a:r>
            <a:r>
              <a:rPr lang="en-US" altLang="ko-KR" b="1" dirty="0" smtClean="0"/>
              <a:t> num3=</a:t>
            </a:r>
            <a:r>
              <a:rPr lang="en-US" altLang="ko-KR" b="1" dirty="0" err="1" smtClean="0"/>
              <a:t>scan.nextInt</a:t>
            </a:r>
            <a:r>
              <a:rPr lang="en-US" altLang="ko-KR" b="1" dirty="0" smtClean="0"/>
              <a:t>();</a:t>
            </a:r>
          </a:p>
          <a:p>
            <a:r>
              <a:rPr lang="en-US" altLang="ko-KR" b="1" dirty="0" smtClean="0"/>
              <a:t> </a:t>
            </a:r>
            <a:endParaRPr lang="en-US" altLang="ko-KR" b="1" dirty="0" smtClean="0"/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System.out.println</a:t>
            </a:r>
            <a:r>
              <a:rPr lang="en-US" altLang="ko-KR" b="1" dirty="0" smtClean="0"/>
              <a:t>(“==</a:t>
            </a:r>
            <a:r>
              <a:rPr lang="ko-KR" altLang="en-US" b="1" dirty="0" smtClean="0"/>
              <a:t>결과</a:t>
            </a:r>
            <a:r>
              <a:rPr lang="en-US" altLang="ko-KR" b="1" dirty="0" smtClean="0"/>
              <a:t>==“);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System.out.printf</a:t>
            </a:r>
            <a:r>
              <a:rPr lang="en-US" altLang="ko-KR" b="1" dirty="0" smtClean="0"/>
              <a:t>(“%d*%d+%d=%d\m”, num1, num2, num3,                            num1*num2+num3);</a:t>
            </a:r>
            <a:endParaRPr lang="en-US" altLang="ko-KR" b="1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4296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14) </a:t>
            </a:r>
            <a:r>
              <a:rPr lang="ko-KR" altLang="en-US" b="1" dirty="0" smtClean="0"/>
              <a:t>두 개의 정수를 입력 받아서 첫째 수를 둘째 수로 나눈 나머지를 출력하는 프로그램을 작성해 보자</a:t>
            </a:r>
            <a:r>
              <a:rPr lang="en-US" altLang="ko-KR" b="1" dirty="0" smtClean="0"/>
              <a:t>.</a:t>
            </a:r>
          </a:p>
          <a:p>
            <a:endParaRPr lang="en-US" altLang="ko-KR" b="1" dirty="0" smtClean="0"/>
          </a:p>
          <a:p>
            <a:r>
              <a:rPr lang="en-US" altLang="ko-KR" b="1" dirty="0" smtClean="0"/>
              <a:t> </a:t>
            </a:r>
            <a:r>
              <a:rPr lang="en-US" altLang="ko-KR" b="1" dirty="0" smtClean="0"/>
              <a:t>Scanner scan=new Scanner(</a:t>
            </a:r>
            <a:r>
              <a:rPr lang="en-US" altLang="ko-KR" b="1" dirty="0" err="1" smtClean="0"/>
              <a:t>System.in</a:t>
            </a:r>
            <a:r>
              <a:rPr lang="en-US" altLang="ko-KR" b="1" dirty="0" smtClean="0"/>
              <a:t>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System.out.print</a:t>
            </a:r>
            <a:r>
              <a:rPr lang="en-US" altLang="ko-KR" b="1" dirty="0" smtClean="0"/>
              <a:t>(“</a:t>
            </a:r>
            <a:r>
              <a:rPr lang="ko-KR" altLang="en-US" b="1" dirty="0" err="1" smtClean="0"/>
              <a:t>첫번째</a:t>
            </a:r>
            <a:r>
              <a:rPr lang="ko-KR" altLang="en-US" b="1" dirty="0" smtClean="0"/>
              <a:t> 정수</a:t>
            </a:r>
            <a:r>
              <a:rPr lang="en-US" altLang="ko-KR" b="1" dirty="0" smtClean="0"/>
              <a:t>:”);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int</a:t>
            </a:r>
            <a:r>
              <a:rPr lang="en-US" altLang="ko-KR" b="1" dirty="0" smtClean="0"/>
              <a:t> num1=</a:t>
            </a:r>
            <a:r>
              <a:rPr lang="en-US" altLang="ko-KR" b="1" dirty="0" err="1" smtClean="0"/>
              <a:t>scan.</a:t>
            </a:r>
            <a:r>
              <a:rPr lang="en-US" altLang="ko-KR" b="1" dirty="0" err="1" smtClean="0"/>
              <a:t>nextInt</a:t>
            </a:r>
            <a:r>
              <a:rPr lang="en-US" altLang="ko-KR" b="1" dirty="0" smtClean="0"/>
              <a:t>();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System.out.print</a:t>
            </a:r>
            <a:r>
              <a:rPr lang="en-US" altLang="ko-KR" b="1" dirty="0" smtClean="0"/>
              <a:t>(“</a:t>
            </a:r>
            <a:r>
              <a:rPr lang="ko-KR" altLang="en-US" b="1" dirty="0" err="1" smtClean="0"/>
              <a:t>두번째</a:t>
            </a:r>
            <a:r>
              <a:rPr lang="ko-KR" altLang="en-US" b="1" dirty="0" smtClean="0"/>
              <a:t> </a:t>
            </a:r>
            <a:r>
              <a:rPr lang="ko-KR" altLang="en-US" b="1" dirty="0" smtClean="0"/>
              <a:t>정수</a:t>
            </a:r>
            <a:r>
              <a:rPr lang="en-US" altLang="ko-KR" b="1" dirty="0" smtClean="0"/>
              <a:t>:”);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int</a:t>
            </a:r>
            <a:r>
              <a:rPr lang="en-US" altLang="ko-KR" b="1" dirty="0" smtClean="0"/>
              <a:t> num2=</a:t>
            </a:r>
            <a:r>
              <a:rPr lang="en-US" altLang="ko-KR" b="1" dirty="0" err="1" smtClean="0"/>
              <a:t>scan.nextInt</a:t>
            </a:r>
            <a:r>
              <a:rPr lang="en-US" altLang="ko-KR" b="1" dirty="0" smtClean="0"/>
              <a:t>();</a:t>
            </a:r>
          </a:p>
          <a:p>
            <a:r>
              <a:rPr lang="en-US" altLang="ko-KR" b="1" dirty="0" smtClean="0"/>
              <a:t> </a:t>
            </a:r>
            <a:endParaRPr lang="en-US" altLang="ko-KR" b="1" dirty="0" smtClean="0"/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System.out.println</a:t>
            </a:r>
            <a:r>
              <a:rPr lang="en-US" altLang="ko-KR" b="1" dirty="0" smtClean="0"/>
              <a:t>(“==</a:t>
            </a:r>
            <a:r>
              <a:rPr lang="ko-KR" altLang="en-US" b="1" dirty="0" smtClean="0"/>
              <a:t>결과</a:t>
            </a:r>
            <a:r>
              <a:rPr lang="en-US" altLang="ko-KR" b="1" dirty="0" smtClean="0"/>
              <a:t>==“);</a:t>
            </a:r>
          </a:p>
          <a:p>
            <a:r>
              <a:rPr lang="en-US" altLang="ko-KR" b="1" dirty="0" smtClean="0"/>
              <a:t> </a:t>
            </a:r>
            <a:r>
              <a:rPr lang="en-US" altLang="ko-KR" b="1" dirty="0" err="1" smtClean="0"/>
              <a:t>System.out.printf</a:t>
            </a:r>
            <a:r>
              <a:rPr lang="en-US" altLang="ko-KR" b="1" dirty="0" smtClean="0"/>
              <a:t>(“%d%%%d=%d\n”, num1,num2,num1%num2);</a:t>
            </a:r>
            <a:endParaRPr lang="en-US" altLang="ko-KR" b="1" dirty="0" smtClean="0"/>
          </a:p>
          <a:p>
            <a:endParaRPr lang="en-US" altLang="ko-KR" b="1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1322</Words>
  <Application>Microsoft Office PowerPoint</Application>
  <PresentationFormat>화면 슬라이드 쇼(4:3)</PresentationFormat>
  <Paragraphs>262</Paragraphs>
  <Slides>21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테마</vt:lpstr>
      <vt:lpstr>변수 연습문제</vt:lpstr>
      <vt:lpstr>슬라이드 2</vt:lpstr>
      <vt:lpstr>슬라이드 3</vt:lpstr>
      <vt:lpstr>슬라이드 4</vt:lpstr>
      <vt:lpstr>슬라이드 5</vt:lpstr>
      <vt:lpstr>연산자 연습문제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변수 연습문제</dc:title>
  <dc:creator>sist</dc:creator>
  <cp:lastModifiedBy>sist</cp:lastModifiedBy>
  <cp:revision>25</cp:revision>
  <dcterms:created xsi:type="dcterms:W3CDTF">2025-07-22T23:11:30Z</dcterms:created>
  <dcterms:modified xsi:type="dcterms:W3CDTF">2025-07-24T02:34:49Z</dcterms:modified>
</cp:coreProperties>
</file>